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7" r:id="rId9"/>
    <p:sldId id="268" r:id="rId10"/>
    <p:sldId id="269" r:id="rId11"/>
    <p:sldId id="270" r:id="rId12"/>
    <p:sldId id="263" r:id="rId13"/>
    <p:sldId id="264" r:id="rId14"/>
    <p:sldId id="265" r:id="rId15"/>
    <p:sldId id="266" r:id="rId16"/>
    <p:sldId id="271"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096" autoAdjust="0"/>
  </p:normalViewPr>
  <p:slideViewPr>
    <p:cSldViewPr snapToGrid="0" snapToObjects="1">
      <p:cViewPr varScale="1">
        <p:scale>
          <a:sx n="72" d="100"/>
          <a:sy n="72" d="100"/>
        </p:scale>
        <p:origin x="169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rwan, Ashmitsingh" userId="59c07b9c-c207-4137-8a0c-b87611ef7a40" providerId="ADAL" clId="{B5920EF4-6BC3-4494-B4ED-3A04A779FE26}"/>
    <pc:docChg chg="undo redo custSel addSld modSld">
      <pc:chgData name="Nirwan, Ashmitsingh" userId="59c07b9c-c207-4137-8a0c-b87611ef7a40" providerId="ADAL" clId="{B5920EF4-6BC3-4494-B4ED-3A04A779FE26}" dt="2026-04-25T13:12:22.885" v="740" actId="478"/>
      <pc:docMkLst>
        <pc:docMk/>
      </pc:docMkLst>
      <pc:sldChg chg="addSp delSp modSp mod setBg addAnim delAnim modAnim modNotesTx">
        <pc:chgData name="Nirwan, Ashmitsingh" userId="59c07b9c-c207-4137-8a0c-b87611ef7a40" providerId="ADAL" clId="{B5920EF4-6BC3-4494-B4ED-3A04A779FE26}" dt="2026-04-25T13:12:22.885" v="740" actId="478"/>
        <pc:sldMkLst>
          <pc:docMk/>
          <pc:sldMk cId="0" sldId="256"/>
        </pc:sldMkLst>
        <pc:spChg chg="mod">
          <ac:chgData name="Nirwan, Ashmitsingh" userId="59c07b9c-c207-4137-8a0c-b87611ef7a40" providerId="ADAL" clId="{B5920EF4-6BC3-4494-B4ED-3A04A779FE26}" dt="2026-04-15T04:46:08.253" v="114" actId="14100"/>
          <ac:spMkLst>
            <pc:docMk/>
            <pc:sldMk cId="0" sldId="256"/>
            <ac:spMk id="2" creationId="{00000000-0000-0000-0000-000000000000}"/>
          </ac:spMkLst>
        </pc:spChg>
        <pc:spChg chg="del mod">
          <ac:chgData name="Nirwan, Ashmitsingh" userId="59c07b9c-c207-4137-8a0c-b87611ef7a40" providerId="ADAL" clId="{B5920EF4-6BC3-4494-B4ED-3A04A779FE26}" dt="2026-04-25T13:11:43.183" v="722" actId="478"/>
          <ac:spMkLst>
            <pc:docMk/>
            <pc:sldMk cId="0" sldId="256"/>
            <ac:spMk id="3" creationId="{00000000-0000-0000-0000-000000000000}"/>
          </ac:spMkLst>
        </pc:spChg>
        <pc:spChg chg="add mod">
          <ac:chgData name="Nirwan, Ashmitsingh" userId="59c07b9c-c207-4137-8a0c-b87611ef7a40" providerId="ADAL" clId="{B5920EF4-6BC3-4494-B4ED-3A04A779FE26}" dt="2026-04-15T04:46:12.266" v="116" actId="1076"/>
          <ac:spMkLst>
            <pc:docMk/>
            <pc:sldMk cId="0" sldId="256"/>
            <ac:spMk id="6" creationId="{C5B5C2CE-0B99-FFE9-3F87-0A57841A6447}"/>
          </ac:spMkLst>
        </pc:spChg>
        <pc:spChg chg="add del mod">
          <ac:chgData name="Nirwan, Ashmitsingh" userId="59c07b9c-c207-4137-8a0c-b87611ef7a40" providerId="ADAL" clId="{B5920EF4-6BC3-4494-B4ED-3A04A779FE26}" dt="2026-04-25T13:12:22.885" v="740" actId="478"/>
          <ac:spMkLst>
            <pc:docMk/>
            <pc:sldMk cId="0" sldId="256"/>
            <ac:spMk id="7" creationId="{2D0FFDE1-DD6F-E0B5-ED90-AB5C8621C0D8}"/>
          </ac:spMkLst>
        </pc:spChg>
        <pc:spChg chg="add">
          <ac:chgData name="Nirwan, Ashmitsingh" userId="59c07b9c-c207-4137-8a0c-b87611ef7a40" providerId="ADAL" clId="{B5920EF4-6BC3-4494-B4ED-3A04A779FE26}" dt="2026-04-15T04:24:20.259" v="22" actId="26606"/>
          <ac:spMkLst>
            <pc:docMk/>
            <pc:sldMk cId="0" sldId="256"/>
            <ac:spMk id="17" creationId="{9B7AD9F6-8CE7-4299-8FC6-328F4DCD3FF9}"/>
          </ac:spMkLst>
        </pc:spChg>
        <pc:spChg chg="add">
          <ac:chgData name="Nirwan, Ashmitsingh" userId="59c07b9c-c207-4137-8a0c-b87611ef7a40" providerId="ADAL" clId="{B5920EF4-6BC3-4494-B4ED-3A04A779FE26}" dt="2026-04-15T04:24:20.259" v="22" actId="26606"/>
          <ac:spMkLst>
            <pc:docMk/>
            <pc:sldMk cId="0" sldId="256"/>
            <ac:spMk id="19" creationId="{F49775AF-8896-43EE-92C6-83497D6DC56F}"/>
          </ac:spMkLst>
        </pc:spChg>
        <pc:picChg chg="add">
          <ac:chgData name="Nirwan, Ashmitsingh" userId="59c07b9c-c207-4137-8a0c-b87611ef7a40" providerId="ADAL" clId="{B5920EF4-6BC3-4494-B4ED-3A04A779FE26}" dt="2026-04-15T04:24:20.259" v="22" actId="26606"/>
          <ac:picMkLst>
            <pc:docMk/>
            <pc:sldMk cId="0" sldId="256"/>
            <ac:picMk id="18" creationId="{E1E4411F-0434-123F-E0FD-8BD694D6EAD7}"/>
          </ac:picMkLst>
        </pc:picChg>
      </pc:sldChg>
      <pc:sldChg chg="addSp delSp modSp mod setBg modNotesTx">
        <pc:chgData name="Nirwan, Ashmitsingh" userId="59c07b9c-c207-4137-8a0c-b87611ef7a40" providerId="ADAL" clId="{B5920EF4-6BC3-4494-B4ED-3A04A779FE26}" dt="2026-04-19T14:52:53.511" v="414" actId="113"/>
        <pc:sldMkLst>
          <pc:docMk/>
          <pc:sldMk cId="0" sldId="257"/>
        </pc:sldMkLst>
        <pc:spChg chg="mod">
          <ac:chgData name="Nirwan, Ashmitsingh" userId="59c07b9c-c207-4137-8a0c-b87611ef7a40" providerId="ADAL" clId="{B5920EF4-6BC3-4494-B4ED-3A04A779FE26}" dt="2026-04-15T04:25:03.435" v="25" actId="26606"/>
          <ac:spMkLst>
            <pc:docMk/>
            <pc:sldMk cId="0" sldId="257"/>
            <ac:spMk id="2" creationId="{00000000-0000-0000-0000-000000000000}"/>
          </ac:spMkLst>
        </pc:spChg>
        <pc:spChg chg="mod">
          <ac:chgData name="Nirwan, Ashmitsingh" userId="59c07b9c-c207-4137-8a0c-b87611ef7a40" providerId="ADAL" clId="{B5920EF4-6BC3-4494-B4ED-3A04A779FE26}" dt="2026-04-15T04:46:44.516" v="121" actId="20577"/>
          <ac:spMkLst>
            <pc:docMk/>
            <pc:sldMk cId="0" sldId="257"/>
            <ac:spMk id="3" creationId="{00000000-0000-0000-0000-000000000000}"/>
          </ac:spMkLst>
        </pc:spChg>
        <pc:spChg chg="add">
          <ac:chgData name="Nirwan, Ashmitsingh" userId="59c07b9c-c207-4137-8a0c-b87611ef7a40" providerId="ADAL" clId="{B5920EF4-6BC3-4494-B4ED-3A04A779FE26}" dt="2026-04-15T04:25:03.435" v="25" actId="26606"/>
          <ac:spMkLst>
            <pc:docMk/>
            <pc:sldMk cId="0" sldId="257"/>
            <ac:spMk id="9" creationId="{2C61293E-6EBE-43EF-A52C-9BEBFD7679D4}"/>
          </ac:spMkLst>
        </pc:spChg>
        <pc:spChg chg="add">
          <ac:chgData name="Nirwan, Ashmitsingh" userId="59c07b9c-c207-4137-8a0c-b87611ef7a40" providerId="ADAL" clId="{B5920EF4-6BC3-4494-B4ED-3A04A779FE26}" dt="2026-04-15T04:25:03.435" v="25" actId="26606"/>
          <ac:spMkLst>
            <pc:docMk/>
            <pc:sldMk cId="0" sldId="257"/>
            <ac:spMk id="11" creationId="{21540236-BFD5-4A9D-8840-4703E7F76825}"/>
          </ac:spMkLst>
        </pc:spChg>
        <pc:picChg chg="add">
          <ac:chgData name="Nirwan, Ashmitsingh" userId="59c07b9c-c207-4137-8a0c-b87611ef7a40" providerId="ADAL" clId="{B5920EF4-6BC3-4494-B4ED-3A04A779FE26}" dt="2026-04-15T04:25:03.435" v="25" actId="26606"/>
          <ac:picMkLst>
            <pc:docMk/>
            <pc:sldMk cId="0" sldId="257"/>
            <ac:picMk id="5" creationId="{48CE11B9-0A34-E6DA-8270-03603CD592D9}"/>
          </ac:picMkLst>
        </pc:picChg>
      </pc:sldChg>
      <pc:sldChg chg="addSp delSp modSp mod setBg modNotesTx">
        <pc:chgData name="Nirwan, Ashmitsingh" userId="59c07b9c-c207-4137-8a0c-b87611ef7a40" providerId="ADAL" clId="{B5920EF4-6BC3-4494-B4ED-3A04A779FE26}" dt="2026-04-19T14:54:42.975" v="633" actId="20577"/>
        <pc:sldMkLst>
          <pc:docMk/>
          <pc:sldMk cId="0" sldId="258"/>
        </pc:sldMkLst>
        <pc:spChg chg="mod">
          <ac:chgData name="Nirwan, Ashmitsingh" userId="59c07b9c-c207-4137-8a0c-b87611ef7a40" providerId="ADAL" clId="{B5920EF4-6BC3-4494-B4ED-3A04A779FE26}" dt="2026-04-15T04:25:09.712" v="26" actId="26606"/>
          <ac:spMkLst>
            <pc:docMk/>
            <pc:sldMk cId="0" sldId="258"/>
            <ac:spMk id="2" creationId="{00000000-0000-0000-0000-000000000000}"/>
          </ac:spMkLst>
        </pc:spChg>
        <pc:spChg chg="add del mod">
          <ac:chgData name="Nirwan, Ashmitsingh" userId="59c07b9c-c207-4137-8a0c-b87611ef7a40" providerId="ADAL" clId="{B5920EF4-6BC3-4494-B4ED-3A04A779FE26}" dt="2026-04-15T04:47:19.279" v="128" actId="5793"/>
          <ac:spMkLst>
            <pc:docMk/>
            <pc:sldMk cId="0" sldId="258"/>
            <ac:spMk id="3" creationId="{00000000-0000-0000-0000-000000000000}"/>
          </ac:spMkLst>
        </pc:spChg>
        <pc:spChg chg="add">
          <ac:chgData name="Nirwan, Ashmitsingh" userId="59c07b9c-c207-4137-8a0c-b87611ef7a40" providerId="ADAL" clId="{B5920EF4-6BC3-4494-B4ED-3A04A779FE26}" dt="2026-04-15T04:25:09.712" v="26" actId="26606"/>
          <ac:spMkLst>
            <pc:docMk/>
            <pc:sldMk cId="0" sldId="258"/>
            <ac:spMk id="9" creationId="{2C61293E-6EBE-43EF-A52C-9BEBFD7679D4}"/>
          </ac:spMkLst>
        </pc:spChg>
        <pc:spChg chg="add mod">
          <ac:chgData name="Nirwan, Ashmitsingh" userId="59c07b9c-c207-4137-8a0c-b87611ef7a40" providerId="ADAL" clId="{B5920EF4-6BC3-4494-B4ED-3A04A779FE26}" dt="2026-04-15T04:47:48.299" v="136" actId="20577"/>
          <ac:spMkLst>
            <pc:docMk/>
            <pc:sldMk cId="0" sldId="258"/>
            <ac:spMk id="10" creationId="{187CB08C-164B-3802-E81A-6605A4B7E43F}"/>
          </ac:spMkLst>
        </pc:spChg>
        <pc:spChg chg="add">
          <ac:chgData name="Nirwan, Ashmitsingh" userId="59c07b9c-c207-4137-8a0c-b87611ef7a40" providerId="ADAL" clId="{B5920EF4-6BC3-4494-B4ED-3A04A779FE26}" dt="2026-04-15T04:25:09.712" v="26" actId="26606"/>
          <ac:spMkLst>
            <pc:docMk/>
            <pc:sldMk cId="0" sldId="258"/>
            <ac:spMk id="11" creationId="{21540236-BFD5-4A9D-8840-4703E7F76825}"/>
          </ac:spMkLst>
        </pc:spChg>
        <pc:picChg chg="add">
          <ac:chgData name="Nirwan, Ashmitsingh" userId="59c07b9c-c207-4137-8a0c-b87611ef7a40" providerId="ADAL" clId="{B5920EF4-6BC3-4494-B4ED-3A04A779FE26}" dt="2026-04-15T04:25:09.712" v="26" actId="26606"/>
          <ac:picMkLst>
            <pc:docMk/>
            <pc:sldMk cId="0" sldId="258"/>
            <ac:picMk id="5" creationId="{288656CE-D6B3-0C9F-8CFA-E229B426F82F}"/>
          </ac:picMkLst>
        </pc:picChg>
      </pc:sldChg>
      <pc:sldChg chg="addSp delSp modSp mod setBg modNotesTx">
        <pc:chgData name="Nirwan, Ashmitsingh" userId="59c07b9c-c207-4137-8a0c-b87611ef7a40" providerId="ADAL" clId="{B5920EF4-6BC3-4494-B4ED-3A04A779FE26}" dt="2026-04-19T14:56:31.610" v="639" actId="20577"/>
        <pc:sldMkLst>
          <pc:docMk/>
          <pc:sldMk cId="0" sldId="259"/>
        </pc:sldMkLst>
        <pc:spChg chg="mod">
          <ac:chgData name="Nirwan, Ashmitsingh" userId="59c07b9c-c207-4137-8a0c-b87611ef7a40" providerId="ADAL" clId="{B5920EF4-6BC3-4494-B4ED-3A04A779FE26}" dt="2026-04-15T04:25:16.019" v="27" actId="26606"/>
          <ac:spMkLst>
            <pc:docMk/>
            <pc:sldMk cId="0" sldId="259"/>
            <ac:spMk id="2" creationId="{00000000-0000-0000-0000-000000000000}"/>
          </ac:spMkLst>
        </pc:spChg>
        <pc:spChg chg="mod">
          <ac:chgData name="Nirwan, Ashmitsingh" userId="59c07b9c-c207-4137-8a0c-b87611ef7a40" providerId="ADAL" clId="{B5920EF4-6BC3-4494-B4ED-3A04A779FE26}" dt="2026-04-15T04:48:02.692" v="138" actId="5793"/>
          <ac:spMkLst>
            <pc:docMk/>
            <pc:sldMk cId="0" sldId="259"/>
            <ac:spMk id="3" creationId="{00000000-0000-0000-0000-000000000000}"/>
          </ac:spMkLst>
        </pc:spChg>
        <pc:spChg chg="add">
          <ac:chgData name="Nirwan, Ashmitsingh" userId="59c07b9c-c207-4137-8a0c-b87611ef7a40" providerId="ADAL" clId="{B5920EF4-6BC3-4494-B4ED-3A04A779FE26}" dt="2026-04-15T04:25:16.019" v="27" actId="26606"/>
          <ac:spMkLst>
            <pc:docMk/>
            <pc:sldMk cId="0" sldId="259"/>
            <ac:spMk id="9" creationId="{2C61293E-6EBE-43EF-A52C-9BEBFD7679D4}"/>
          </ac:spMkLst>
        </pc:spChg>
        <pc:spChg chg="add">
          <ac:chgData name="Nirwan, Ashmitsingh" userId="59c07b9c-c207-4137-8a0c-b87611ef7a40" providerId="ADAL" clId="{B5920EF4-6BC3-4494-B4ED-3A04A779FE26}" dt="2026-04-15T04:25:16.019" v="27" actId="26606"/>
          <ac:spMkLst>
            <pc:docMk/>
            <pc:sldMk cId="0" sldId="259"/>
            <ac:spMk id="11" creationId="{21540236-BFD5-4A9D-8840-4703E7F76825}"/>
          </ac:spMkLst>
        </pc:spChg>
        <pc:picChg chg="add">
          <ac:chgData name="Nirwan, Ashmitsingh" userId="59c07b9c-c207-4137-8a0c-b87611ef7a40" providerId="ADAL" clId="{B5920EF4-6BC3-4494-B4ED-3A04A779FE26}" dt="2026-04-15T04:25:16.019" v="27" actId="26606"/>
          <ac:picMkLst>
            <pc:docMk/>
            <pc:sldMk cId="0" sldId="259"/>
            <ac:picMk id="5" creationId="{A6692BC4-AD0A-33EA-6AA5-C884A3C05147}"/>
          </ac:picMkLst>
        </pc:picChg>
      </pc:sldChg>
      <pc:sldChg chg="addSp delSp modSp mod setBg addAnim modAnim modNotesTx">
        <pc:chgData name="Nirwan, Ashmitsingh" userId="59c07b9c-c207-4137-8a0c-b87611ef7a40" providerId="ADAL" clId="{B5920EF4-6BC3-4494-B4ED-3A04A779FE26}" dt="2026-04-19T15:08:05.353" v="651" actId="20577"/>
        <pc:sldMkLst>
          <pc:docMk/>
          <pc:sldMk cId="0" sldId="260"/>
        </pc:sldMkLst>
        <pc:spChg chg="mod">
          <ac:chgData name="Nirwan, Ashmitsingh" userId="59c07b9c-c207-4137-8a0c-b87611ef7a40" providerId="ADAL" clId="{B5920EF4-6BC3-4494-B4ED-3A04A779FE26}" dt="2026-04-15T04:27:33.446" v="48" actId="26606"/>
          <ac:spMkLst>
            <pc:docMk/>
            <pc:sldMk cId="0" sldId="260"/>
            <ac:spMk id="2" creationId="{00000000-0000-0000-0000-000000000000}"/>
          </ac:spMkLst>
        </pc:spChg>
        <pc:spChg chg="add mod">
          <ac:chgData name="Nirwan, Ashmitsingh" userId="59c07b9c-c207-4137-8a0c-b87611ef7a40" providerId="ADAL" clId="{B5920EF4-6BC3-4494-B4ED-3A04A779FE26}" dt="2026-04-15T04:56:59.511" v="357" actId="114"/>
          <ac:spMkLst>
            <pc:docMk/>
            <pc:sldMk cId="0" sldId="260"/>
            <ac:spMk id="8" creationId="{9FAA12AB-5541-BE08-AD4E-45FC405D133E}"/>
          </ac:spMkLst>
        </pc:spChg>
        <pc:spChg chg="add">
          <ac:chgData name="Nirwan, Ashmitsingh" userId="59c07b9c-c207-4137-8a0c-b87611ef7a40" providerId="ADAL" clId="{B5920EF4-6BC3-4494-B4ED-3A04A779FE26}" dt="2026-04-15T04:27:33.446" v="48" actId="26606"/>
          <ac:spMkLst>
            <pc:docMk/>
            <pc:sldMk cId="0" sldId="260"/>
            <ac:spMk id="36" creationId="{7C98A213-5994-475E-B327-DC6EC27FBA8B}"/>
          </ac:spMkLst>
        </pc:spChg>
        <pc:spChg chg="add">
          <ac:chgData name="Nirwan, Ashmitsingh" userId="59c07b9c-c207-4137-8a0c-b87611ef7a40" providerId="ADAL" clId="{B5920EF4-6BC3-4494-B4ED-3A04A779FE26}" dt="2026-04-15T04:27:33.446" v="48" actId="26606"/>
          <ac:spMkLst>
            <pc:docMk/>
            <pc:sldMk cId="0" sldId="260"/>
            <ac:spMk id="38" creationId="{4B030A0D-0DAD-4A99-89BB-419527D6A64B}"/>
          </ac:spMkLst>
        </pc:spChg>
        <pc:picChg chg="add mod">
          <ac:chgData name="Nirwan, Ashmitsingh" userId="59c07b9c-c207-4137-8a0c-b87611ef7a40" providerId="ADAL" clId="{B5920EF4-6BC3-4494-B4ED-3A04A779FE26}" dt="2026-04-15T04:33:33.619" v="105" actId="14100"/>
          <ac:picMkLst>
            <pc:docMk/>
            <pc:sldMk cId="0" sldId="260"/>
            <ac:picMk id="4" creationId="{712B0D24-4DEB-C1B9-1DE1-23C30EC29370}"/>
          </ac:picMkLst>
        </pc:picChg>
        <pc:picChg chg="add mod">
          <ac:chgData name="Nirwan, Ashmitsingh" userId="59c07b9c-c207-4137-8a0c-b87611ef7a40" providerId="ADAL" clId="{B5920EF4-6BC3-4494-B4ED-3A04A779FE26}" dt="2026-04-15T04:33:23.577" v="101" actId="1076"/>
          <ac:picMkLst>
            <pc:docMk/>
            <pc:sldMk cId="0" sldId="260"/>
            <ac:picMk id="5" creationId="{80956536-10C7-511F-2759-7CCA9313317A}"/>
          </ac:picMkLst>
        </pc:picChg>
        <pc:picChg chg="add mod ord">
          <ac:chgData name="Nirwan, Ashmitsingh" userId="59c07b9c-c207-4137-8a0c-b87611ef7a40" providerId="ADAL" clId="{B5920EF4-6BC3-4494-B4ED-3A04A779FE26}" dt="2026-04-15T04:33:26.530" v="102" actId="1076"/>
          <ac:picMkLst>
            <pc:docMk/>
            <pc:sldMk cId="0" sldId="260"/>
            <ac:picMk id="6" creationId="{A0976ECD-5E2E-15BF-154D-FF310ED435E9}"/>
          </ac:picMkLst>
        </pc:picChg>
      </pc:sldChg>
      <pc:sldChg chg="addSp delSp modSp mod setBg addAnim modAnim">
        <pc:chgData name="Nirwan, Ashmitsingh" userId="59c07b9c-c207-4137-8a0c-b87611ef7a40" providerId="ADAL" clId="{B5920EF4-6BC3-4494-B4ED-3A04A779FE26}" dt="2026-04-15T04:48:41.816" v="147" actId="1076"/>
        <pc:sldMkLst>
          <pc:docMk/>
          <pc:sldMk cId="0" sldId="261"/>
        </pc:sldMkLst>
        <pc:spChg chg="mod">
          <ac:chgData name="Nirwan, Ashmitsingh" userId="59c07b9c-c207-4137-8a0c-b87611ef7a40" providerId="ADAL" clId="{B5920EF4-6BC3-4494-B4ED-3A04A779FE26}" dt="2026-04-15T04:28:23.316" v="55" actId="26606"/>
          <ac:spMkLst>
            <pc:docMk/>
            <pc:sldMk cId="0" sldId="261"/>
            <ac:spMk id="2" creationId="{00000000-0000-0000-0000-000000000000}"/>
          </ac:spMkLst>
        </pc:spChg>
        <pc:spChg chg="add mod">
          <ac:chgData name="Nirwan, Ashmitsingh" userId="59c07b9c-c207-4137-8a0c-b87611ef7a40" providerId="ADAL" clId="{B5920EF4-6BC3-4494-B4ED-3A04A779FE26}" dt="2026-04-15T04:48:41.816" v="147" actId="1076"/>
          <ac:spMkLst>
            <pc:docMk/>
            <pc:sldMk cId="0" sldId="261"/>
            <ac:spMk id="6" creationId="{BC653375-097E-BC0F-F711-358B4A89EE33}"/>
          </ac:spMkLst>
        </pc:spChg>
        <pc:spChg chg="add">
          <ac:chgData name="Nirwan, Ashmitsingh" userId="59c07b9c-c207-4137-8a0c-b87611ef7a40" providerId="ADAL" clId="{B5920EF4-6BC3-4494-B4ED-3A04A779FE26}" dt="2026-04-15T04:28:23.316" v="55" actId="26606"/>
          <ac:spMkLst>
            <pc:docMk/>
            <pc:sldMk cId="0" sldId="261"/>
            <ac:spMk id="15" creationId="{BCED4D40-4B67-4331-AC48-79B82B4A47D8}"/>
          </ac:spMkLst>
        </pc:spChg>
        <pc:spChg chg="add">
          <ac:chgData name="Nirwan, Ashmitsingh" userId="59c07b9c-c207-4137-8a0c-b87611ef7a40" providerId="ADAL" clId="{B5920EF4-6BC3-4494-B4ED-3A04A779FE26}" dt="2026-04-15T04:28:23.316" v="55" actId="26606"/>
          <ac:spMkLst>
            <pc:docMk/>
            <pc:sldMk cId="0" sldId="261"/>
            <ac:spMk id="17" creationId="{670CEDEF-4F34-412E-84EE-329C1E936AF5}"/>
          </ac:spMkLst>
        </pc:spChg>
        <pc:picChg chg="add mod">
          <ac:chgData name="Nirwan, Ashmitsingh" userId="59c07b9c-c207-4137-8a0c-b87611ef7a40" providerId="ADAL" clId="{B5920EF4-6BC3-4494-B4ED-3A04A779FE26}" dt="2026-04-15T04:29:02.211" v="59" actId="14100"/>
          <ac:picMkLst>
            <pc:docMk/>
            <pc:sldMk cId="0" sldId="261"/>
            <ac:picMk id="4" creationId="{A8C4A819-0A5A-7ECB-E6EF-CE0C57CE2758}"/>
          </ac:picMkLst>
        </pc:picChg>
      </pc:sldChg>
      <pc:sldChg chg="addSp delSp modSp mod setBg addAnim modAnim">
        <pc:chgData name="Nirwan, Ashmitsingh" userId="59c07b9c-c207-4137-8a0c-b87611ef7a40" providerId="ADAL" clId="{B5920EF4-6BC3-4494-B4ED-3A04A779FE26}" dt="2026-04-15T04:59:06.850" v="360" actId="13822"/>
        <pc:sldMkLst>
          <pc:docMk/>
          <pc:sldMk cId="0" sldId="262"/>
        </pc:sldMkLst>
        <pc:spChg chg="mod">
          <ac:chgData name="Nirwan, Ashmitsingh" userId="59c07b9c-c207-4137-8a0c-b87611ef7a40" providerId="ADAL" clId="{B5920EF4-6BC3-4494-B4ED-3A04A779FE26}" dt="2026-04-15T04:51:29.479" v="197" actId="122"/>
          <ac:spMkLst>
            <pc:docMk/>
            <pc:sldMk cId="0" sldId="262"/>
            <ac:spMk id="2" creationId="{00000000-0000-0000-0000-000000000000}"/>
          </ac:spMkLst>
        </pc:spChg>
        <pc:spChg chg="add mod">
          <ac:chgData name="Nirwan, Ashmitsingh" userId="59c07b9c-c207-4137-8a0c-b87611ef7a40" providerId="ADAL" clId="{B5920EF4-6BC3-4494-B4ED-3A04A779FE26}" dt="2026-04-15T04:59:06.850" v="360" actId="13822"/>
          <ac:spMkLst>
            <pc:docMk/>
            <pc:sldMk cId="0" sldId="262"/>
            <ac:spMk id="8" creationId="{FE53BDBB-B603-B895-C590-A48F51133579}"/>
          </ac:spMkLst>
        </pc:spChg>
        <pc:spChg chg="add">
          <ac:chgData name="Nirwan, Ashmitsingh" userId="59c07b9c-c207-4137-8a0c-b87611ef7a40" providerId="ADAL" clId="{B5920EF4-6BC3-4494-B4ED-3A04A779FE26}" dt="2026-04-15T04:30:11.212" v="72" actId="26606"/>
          <ac:spMkLst>
            <pc:docMk/>
            <pc:sldMk cId="0" sldId="262"/>
            <ac:spMk id="16" creationId="{C4879EFC-8E62-4E00-973C-C45EE9EC676D}"/>
          </ac:spMkLst>
        </pc:spChg>
        <pc:spChg chg="add">
          <ac:chgData name="Nirwan, Ashmitsingh" userId="59c07b9c-c207-4137-8a0c-b87611ef7a40" providerId="ADAL" clId="{B5920EF4-6BC3-4494-B4ED-3A04A779FE26}" dt="2026-04-15T04:30:11.212" v="72" actId="26606"/>
          <ac:spMkLst>
            <pc:docMk/>
            <pc:sldMk cId="0" sldId="262"/>
            <ac:spMk id="18" creationId="{D6A9C53F-5F90-40A5-8C85-5412D39C8C68}"/>
          </ac:spMkLst>
        </pc:spChg>
        <pc:picChg chg="add mod">
          <ac:chgData name="Nirwan, Ashmitsingh" userId="59c07b9c-c207-4137-8a0c-b87611ef7a40" providerId="ADAL" clId="{B5920EF4-6BC3-4494-B4ED-3A04A779FE26}" dt="2026-04-15T04:50:15.549" v="173" actId="14100"/>
          <ac:picMkLst>
            <pc:docMk/>
            <pc:sldMk cId="0" sldId="262"/>
            <ac:picMk id="4" creationId="{6ECDB02B-1B68-F378-30EE-4F861DB8F318}"/>
          </ac:picMkLst>
        </pc:picChg>
      </pc:sldChg>
      <pc:sldChg chg="addSp delSp modSp mod setBg">
        <pc:chgData name="Nirwan, Ashmitsingh" userId="59c07b9c-c207-4137-8a0c-b87611ef7a40" providerId="ADAL" clId="{B5920EF4-6BC3-4494-B4ED-3A04A779FE26}" dt="2026-04-15T04:54:17.541" v="257" actId="114"/>
        <pc:sldMkLst>
          <pc:docMk/>
          <pc:sldMk cId="0" sldId="263"/>
        </pc:sldMkLst>
        <pc:spChg chg="mod">
          <ac:chgData name="Nirwan, Ashmitsingh" userId="59c07b9c-c207-4137-8a0c-b87611ef7a40" providerId="ADAL" clId="{B5920EF4-6BC3-4494-B4ED-3A04A779FE26}" dt="2026-04-15T04:26:20.708" v="35" actId="26606"/>
          <ac:spMkLst>
            <pc:docMk/>
            <pc:sldMk cId="0" sldId="263"/>
            <ac:spMk id="2" creationId="{00000000-0000-0000-0000-000000000000}"/>
          </ac:spMkLst>
        </pc:spChg>
        <pc:spChg chg="mod">
          <ac:chgData name="Nirwan, Ashmitsingh" userId="59c07b9c-c207-4137-8a0c-b87611ef7a40" providerId="ADAL" clId="{B5920EF4-6BC3-4494-B4ED-3A04A779FE26}" dt="2026-04-15T04:54:06.051" v="253" actId="5793"/>
          <ac:spMkLst>
            <pc:docMk/>
            <pc:sldMk cId="0" sldId="263"/>
            <ac:spMk id="3" creationId="{00000000-0000-0000-0000-000000000000}"/>
          </ac:spMkLst>
        </pc:spChg>
        <pc:spChg chg="add mod">
          <ac:chgData name="Nirwan, Ashmitsingh" userId="59c07b9c-c207-4137-8a0c-b87611ef7a40" providerId="ADAL" clId="{B5920EF4-6BC3-4494-B4ED-3A04A779FE26}" dt="2026-04-15T04:54:17.541" v="257" actId="114"/>
          <ac:spMkLst>
            <pc:docMk/>
            <pc:sldMk cId="0" sldId="263"/>
            <ac:spMk id="7" creationId="{A647F141-E58B-424F-4DBA-54C69DB89B7B}"/>
          </ac:spMkLst>
        </pc:spChg>
        <pc:spChg chg="add">
          <ac:chgData name="Nirwan, Ashmitsingh" userId="59c07b9c-c207-4137-8a0c-b87611ef7a40" providerId="ADAL" clId="{B5920EF4-6BC3-4494-B4ED-3A04A779FE26}" dt="2026-04-15T04:26:20.708" v="35" actId="26606"/>
          <ac:spMkLst>
            <pc:docMk/>
            <pc:sldMk cId="0" sldId="263"/>
            <ac:spMk id="9" creationId="{2C61293E-6EBE-43EF-A52C-9BEBFD7679D4}"/>
          </ac:spMkLst>
        </pc:spChg>
        <pc:spChg chg="add">
          <ac:chgData name="Nirwan, Ashmitsingh" userId="59c07b9c-c207-4137-8a0c-b87611ef7a40" providerId="ADAL" clId="{B5920EF4-6BC3-4494-B4ED-3A04A779FE26}" dt="2026-04-15T04:26:20.708" v="35" actId="26606"/>
          <ac:spMkLst>
            <pc:docMk/>
            <pc:sldMk cId="0" sldId="263"/>
            <ac:spMk id="11" creationId="{21540236-BFD5-4A9D-8840-4703E7F76825}"/>
          </ac:spMkLst>
        </pc:spChg>
        <pc:picChg chg="add">
          <ac:chgData name="Nirwan, Ashmitsingh" userId="59c07b9c-c207-4137-8a0c-b87611ef7a40" providerId="ADAL" clId="{B5920EF4-6BC3-4494-B4ED-3A04A779FE26}" dt="2026-04-15T04:26:20.708" v="35" actId="26606"/>
          <ac:picMkLst>
            <pc:docMk/>
            <pc:sldMk cId="0" sldId="263"/>
            <ac:picMk id="5" creationId="{CC8F0126-222D-0A4A-DF75-69629C04E56B}"/>
          </ac:picMkLst>
        </pc:picChg>
      </pc:sldChg>
      <pc:sldChg chg="addSp delSp modSp mod setBg">
        <pc:chgData name="Nirwan, Ashmitsingh" userId="59c07b9c-c207-4137-8a0c-b87611ef7a40" providerId="ADAL" clId="{B5920EF4-6BC3-4494-B4ED-3A04A779FE26}" dt="2026-04-15T04:54:52.515" v="268" actId="122"/>
        <pc:sldMkLst>
          <pc:docMk/>
          <pc:sldMk cId="0" sldId="264"/>
        </pc:sldMkLst>
        <pc:spChg chg="mod">
          <ac:chgData name="Nirwan, Ashmitsingh" userId="59c07b9c-c207-4137-8a0c-b87611ef7a40" providerId="ADAL" clId="{B5920EF4-6BC3-4494-B4ED-3A04A779FE26}" dt="2026-04-15T04:26:25.274" v="36" actId="26606"/>
          <ac:spMkLst>
            <pc:docMk/>
            <pc:sldMk cId="0" sldId="264"/>
            <ac:spMk id="2" creationId="{00000000-0000-0000-0000-000000000000}"/>
          </ac:spMkLst>
        </pc:spChg>
        <pc:spChg chg="mod">
          <ac:chgData name="Nirwan, Ashmitsingh" userId="59c07b9c-c207-4137-8a0c-b87611ef7a40" providerId="ADAL" clId="{B5920EF4-6BC3-4494-B4ED-3A04A779FE26}" dt="2026-04-15T04:54:28.542" v="259" actId="5793"/>
          <ac:spMkLst>
            <pc:docMk/>
            <pc:sldMk cId="0" sldId="264"/>
            <ac:spMk id="3" creationId="{00000000-0000-0000-0000-000000000000}"/>
          </ac:spMkLst>
        </pc:spChg>
        <pc:spChg chg="add mod">
          <ac:chgData name="Nirwan, Ashmitsingh" userId="59c07b9c-c207-4137-8a0c-b87611ef7a40" providerId="ADAL" clId="{B5920EF4-6BC3-4494-B4ED-3A04A779FE26}" dt="2026-04-15T04:54:52.515" v="268" actId="122"/>
          <ac:spMkLst>
            <pc:docMk/>
            <pc:sldMk cId="0" sldId="264"/>
            <ac:spMk id="6" creationId="{71B5CB8C-6037-00C7-BE01-D979D68A2313}"/>
          </ac:spMkLst>
        </pc:spChg>
        <pc:spChg chg="add">
          <ac:chgData name="Nirwan, Ashmitsingh" userId="59c07b9c-c207-4137-8a0c-b87611ef7a40" providerId="ADAL" clId="{B5920EF4-6BC3-4494-B4ED-3A04A779FE26}" dt="2026-04-15T04:26:25.274" v="36" actId="26606"/>
          <ac:spMkLst>
            <pc:docMk/>
            <pc:sldMk cId="0" sldId="264"/>
            <ac:spMk id="8" creationId="{100EDD19-6802-4EC3-95CE-CFFAB042CFD6}"/>
          </ac:spMkLst>
        </pc:spChg>
        <pc:spChg chg="add">
          <ac:chgData name="Nirwan, Ashmitsingh" userId="59c07b9c-c207-4137-8a0c-b87611ef7a40" providerId="ADAL" clId="{B5920EF4-6BC3-4494-B4ED-3A04A779FE26}" dt="2026-04-15T04:26:25.274" v="36" actId="26606"/>
          <ac:spMkLst>
            <pc:docMk/>
            <pc:sldMk cId="0" sldId="264"/>
            <ac:spMk id="10" creationId="{DB17E863-922E-4C26-BD64-E8FD41D28661}"/>
          </ac:spMkLst>
        </pc:spChg>
      </pc:sldChg>
      <pc:sldChg chg="addSp delSp modSp mod setBg">
        <pc:chgData name="Nirwan, Ashmitsingh" userId="59c07b9c-c207-4137-8a0c-b87611ef7a40" providerId="ADAL" clId="{B5920EF4-6BC3-4494-B4ED-3A04A779FE26}" dt="2026-04-15T04:55:26.391" v="319" actId="20577"/>
        <pc:sldMkLst>
          <pc:docMk/>
          <pc:sldMk cId="0" sldId="265"/>
        </pc:sldMkLst>
        <pc:spChg chg="mod">
          <ac:chgData name="Nirwan, Ashmitsingh" userId="59c07b9c-c207-4137-8a0c-b87611ef7a40" providerId="ADAL" clId="{B5920EF4-6BC3-4494-B4ED-3A04A779FE26}" dt="2026-04-15T04:26:29.776" v="39" actId="26606"/>
          <ac:spMkLst>
            <pc:docMk/>
            <pc:sldMk cId="0" sldId="265"/>
            <ac:spMk id="2" creationId="{00000000-0000-0000-0000-000000000000}"/>
          </ac:spMkLst>
        </pc:spChg>
        <pc:spChg chg="mod">
          <ac:chgData name="Nirwan, Ashmitsingh" userId="59c07b9c-c207-4137-8a0c-b87611ef7a40" providerId="ADAL" clId="{B5920EF4-6BC3-4494-B4ED-3A04A779FE26}" dt="2026-04-15T04:55:26.391" v="319" actId="20577"/>
          <ac:spMkLst>
            <pc:docMk/>
            <pc:sldMk cId="0" sldId="265"/>
            <ac:spMk id="3" creationId="{00000000-0000-0000-0000-000000000000}"/>
          </ac:spMkLst>
        </pc:spChg>
        <pc:spChg chg="add">
          <ac:chgData name="Nirwan, Ashmitsingh" userId="59c07b9c-c207-4137-8a0c-b87611ef7a40" providerId="ADAL" clId="{B5920EF4-6BC3-4494-B4ED-3A04A779FE26}" dt="2026-04-15T04:26:29.776" v="39" actId="26606"/>
          <ac:spMkLst>
            <pc:docMk/>
            <pc:sldMk cId="0" sldId="265"/>
            <ac:spMk id="9" creationId="{2C61293E-6EBE-43EF-A52C-9BEBFD7679D4}"/>
          </ac:spMkLst>
        </pc:spChg>
        <pc:spChg chg="add">
          <ac:chgData name="Nirwan, Ashmitsingh" userId="59c07b9c-c207-4137-8a0c-b87611ef7a40" providerId="ADAL" clId="{B5920EF4-6BC3-4494-B4ED-3A04A779FE26}" dt="2026-04-15T04:26:29.776" v="39" actId="26606"/>
          <ac:spMkLst>
            <pc:docMk/>
            <pc:sldMk cId="0" sldId="265"/>
            <ac:spMk id="11" creationId="{21540236-BFD5-4A9D-8840-4703E7F76825}"/>
          </ac:spMkLst>
        </pc:spChg>
        <pc:picChg chg="add">
          <ac:chgData name="Nirwan, Ashmitsingh" userId="59c07b9c-c207-4137-8a0c-b87611ef7a40" providerId="ADAL" clId="{B5920EF4-6BC3-4494-B4ED-3A04A779FE26}" dt="2026-04-15T04:26:29.776" v="39" actId="26606"/>
          <ac:picMkLst>
            <pc:docMk/>
            <pc:sldMk cId="0" sldId="265"/>
            <ac:picMk id="5" creationId="{7D92215E-A9D7-3CA6-0170-791879A5329F}"/>
          </ac:picMkLst>
        </pc:picChg>
      </pc:sldChg>
      <pc:sldChg chg="addSp delSp modSp mod setBg">
        <pc:chgData name="Nirwan, Ashmitsingh" userId="59c07b9c-c207-4137-8a0c-b87611ef7a40" providerId="ADAL" clId="{B5920EF4-6BC3-4494-B4ED-3A04A779FE26}" dt="2026-04-15T04:55:59.524" v="331" actId="404"/>
        <pc:sldMkLst>
          <pc:docMk/>
          <pc:sldMk cId="0" sldId="266"/>
        </pc:sldMkLst>
        <pc:spChg chg="mod">
          <ac:chgData name="Nirwan, Ashmitsingh" userId="59c07b9c-c207-4137-8a0c-b87611ef7a40" providerId="ADAL" clId="{B5920EF4-6BC3-4494-B4ED-3A04A779FE26}" dt="2026-04-15T04:26:34.523" v="40" actId="26606"/>
          <ac:spMkLst>
            <pc:docMk/>
            <pc:sldMk cId="0" sldId="266"/>
            <ac:spMk id="2" creationId="{00000000-0000-0000-0000-000000000000}"/>
          </ac:spMkLst>
        </pc:spChg>
        <pc:spChg chg="mod">
          <ac:chgData name="Nirwan, Ashmitsingh" userId="59c07b9c-c207-4137-8a0c-b87611ef7a40" providerId="ADAL" clId="{B5920EF4-6BC3-4494-B4ED-3A04A779FE26}" dt="2026-04-15T04:55:38.903" v="321" actId="5793"/>
          <ac:spMkLst>
            <pc:docMk/>
            <pc:sldMk cId="0" sldId="266"/>
            <ac:spMk id="3" creationId="{00000000-0000-0000-0000-000000000000}"/>
          </ac:spMkLst>
        </pc:spChg>
        <pc:spChg chg="add mod">
          <ac:chgData name="Nirwan, Ashmitsingh" userId="59c07b9c-c207-4137-8a0c-b87611ef7a40" providerId="ADAL" clId="{B5920EF4-6BC3-4494-B4ED-3A04A779FE26}" dt="2026-04-15T04:55:59.524" v="331" actId="404"/>
          <ac:spMkLst>
            <pc:docMk/>
            <pc:sldMk cId="0" sldId="266"/>
            <ac:spMk id="7" creationId="{D74EFCDB-9D1D-02AC-46A5-F86119C7A936}"/>
          </ac:spMkLst>
        </pc:spChg>
        <pc:spChg chg="add">
          <ac:chgData name="Nirwan, Ashmitsingh" userId="59c07b9c-c207-4137-8a0c-b87611ef7a40" providerId="ADAL" clId="{B5920EF4-6BC3-4494-B4ED-3A04A779FE26}" dt="2026-04-15T04:26:34.523" v="40" actId="26606"/>
          <ac:spMkLst>
            <pc:docMk/>
            <pc:sldMk cId="0" sldId="266"/>
            <ac:spMk id="9" creationId="{2C61293E-6EBE-43EF-A52C-9BEBFD7679D4}"/>
          </ac:spMkLst>
        </pc:spChg>
        <pc:spChg chg="add">
          <ac:chgData name="Nirwan, Ashmitsingh" userId="59c07b9c-c207-4137-8a0c-b87611ef7a40" providerId="ADAL" clId="{B5920EF4-6BC3-4494-B4ED-3A04A779FE26}" dt="2026-04-15T04:26:34.523" v="40" actId="26606"/>
          <ac:spMkLst>
            <pc:docMk/>
            <pc:sldMk cId="0" sldId="266"/>
            <ac:spMk id="11" creationId="{21540236-BFD5-4A9D-8840-4703E7F76825}"/>
          </ac:spMkLst>
        </pc:spChg>
        <pc:picChg chg="add">
          <ac:chgData name="Nirwan, Ashmitsingh" userId="59c07b9c-c207-4137-8a0c-b87611ef7a40" providerId="ADAL" clId="{B5920EF4-6BC3-4494-B4ED-3A04A779FE26}" dt="2026-04-15T04:26:34.523" v="40" actId="26606"/>
          <ac:picMkLst>
            <pc:docMk/>
            <pc:sldMk cId="0" sldId="266"/>
            <ac:picMk id="5" creationId="{122EA06F-03E1-F783-47CE-3F50666AD803}"/>
          </ac:picMkLst>
        </pc:picChg>
      </pc:sldChg>
      <pc:sldChg chg="addSp delSp modSp add mod modAnim">
        <pc:chgData name="Nirwan, Ashmitsingh" userId="59c07b9c-c207-4137-8a0c-b87611ef7a40" providerId="ADAL" clId="{B5920EF4-6BC3-4494-B4ED-3A04A779FE26}" dt="2026-04-15T04:59:13.617" v="361" actId="108"/>
        <pc:sldMkLst>
          <pc:docMk/>
          <pc:sldMk cId="2819510967" sldId="267"/>
        </pc:sldMkLst>
        <pc:spChg chg="mod">
          <ac:chgData name="Nirwan, Ashmitsingh" userId="59c07b9c-c207-4137-8a0c-b87611ef7a40" providerId="ADAL" clId="{B5920EF4-6BC3-4494-B4ED-3A04A779FE26}" dt="2026-04-15T04:50:56.445" v="190" actId="403"/>
          <ac:spMkLst>
            <pc:docMk/>
            <pc:sldMk cId="2819510967" sldId="267"/>
            <ac:spMk id="2" creationId="{45D6313C-593B-9FFE-EE0E-4FD8F1FF270B}"/>
          </ac:spMkLst>
        </pc:spChg>
        <pc:spChg chg="add mod">
          <ac:chgData name="Nirwan, Ashmitsingh" userId="59c07b9c-c207-4137-8a0c-b87611ef7a40" providerId="ADAL" clId="{B5920EF4-6BC3-4494-B4ED-3A04A779FE26}" dt="2026-04-15T04:59:13.617" v="361" actId="108"/>
          <ac:spMkLst>
            <pc:docMk/>
            <pc:sldMk cId="2819510967" sldId="267"/>
            <ac:spMk id="7" creationId="{C9090788-94E5-B77B-B60E-1500E58B78C1}"/>
          </ac:spMkLst>
        </pc:spChg>
        <pc:spChg chg="add">
          <ac:chgData name="Nirwan, Ashmitsingh" userId="59c07b9c-c207-4137-8a0c-b87611ef7a40" providerId="ADAL" clId="{B5920EF4-6BC3-4494-B4ED-3A04A779FE26}" dt="2026-04-15T04:30:22.424" v="76" actId="26606"/>
          <ac:spMkLst>
            <pc:docMk/>
            <pc:sldMk cId="2819510967" sldId="267"/>
            <ac:spMk id="16" creationId="{C4879EFC-8E62-4E00-973C-C45EE9EC676D}"/>
          </ac:spMkLst>
        </pc:spChg>
        <pc:spChg chg="add">
          <ac:chgData name="Nirwan, Ashmitsingh" userId="59c07b9c-c207-4137-8a0c-b87611ef7a40" providerId="ADAL" clId="{B5920EF4-6BC3-4494-B4ED-3A04A779FE26}" dt="2026-04-15T04:30:22.424" v="76" actId="26606"/>
          <ac:spMkLst>
            <pc:docMk/>
            <pc:sldMk cId="2819510967" sldId="267"/>
            <ac:spMk id="18" creationId="{D6A9C53F-5F90-40A5-8C85-5412D39C8C68}"/>
          </ac:spMkLst>
        </pc:spChg>
        <pc:picChg chg="add mod">
          <ac:chgData name="Nirwan, Ashmitsingh" userId="59c07b9c-c207-4137-8a0c-b87611ef7a40" providerId="ADAL" clId="{B5920EF4-6BC3-4494-B4ED-3A04A779FE26}" dt="2026-04-15T04:30:33.600" v="81" actId="14100"/>
          <ac:picMkLst>
            <pc:docMk/>
            <pc:sldMk cId="2819510967" sldId="267"/>
            <ac:picMk id="3" creationId="{81F64D85-C071-242D-2992-66908F552CF3}"/>
          </ac:picMkLst>
        </pc:picChg>
      </pc:sldChg>
      <pc:sldChg chg="addSp delSp modSp add mod modAnim">
        <pc:chgData name="Nirwan, Ashmitsingh" userId="59c07b9c-c207-4137-8a0c-b87611ef7a40" providerId="ADAL" clId="{B5920EF4-6BC3-4494-B4ED-3A04A779FE26}" dt="2026-04-15T04:59:15.788" v="362" actId="108"/>
        <pc:sldMkLst>
          <pc:docMk/>
          <pc:sldMk cId="3001475621" sldId="268"/>
        </pc:sldMkLst>
        <pc:spChg chg="mod">
          <ac:chgData name="Nirwan, Ashmitsingh" userId="59c07b9c-c207-4137-8a0c-b87611ef7a40" providerId="ADAL" clId="{B5920EF4-6BC3-4494-B4ED-3A04A779FE26}" dt="2026-04-15T04:52:27.985" v="209" actId="27636"/>
          <ac:spMkLst>
            <pc:docMk/>
            <pc:sldMk cId="3001475621" sldId="268"/>
            <ac:spMk id="2" creationId="{964B5E5B-173D-2AAC-AE65-B3C9F0A1DEB7}"/>
          </ac:spMkLst>
        </pc:spChg>
        <pc:spChg chg="add mod">
          <ac:chgData name="Nirwan, Ashmitsingh" userId="59c07b9c-c207-4137-8a0c-b87611ef7a40" providerId="ADAL" clId="{B5920EF4-6BC3-4494-B4ED-3A04A779FE26}" dt="2026-04-15T04:59:15.788" v="362" actId="108"/>
          <ac:spMkLst>
            <pc:docMk/>
            <pc:sldMk cId="3001475621" sldId="268"/>
            <ac:spMk id="5" creationId="{5BBE0783-6061-EDBE-CD7F-C6C373C8E860}"/>
          </ac:spMkLst>
        </pc:spChg>
        <pc:spChg chg="add">
          <ac:chgData name="Nirwan, Ashmitsingh" userId="59c07b9c-c207-4137-8a0c-b87611ef7a40" providerId="ADAL" clId="{B5920EF4-6BC3-4494-B4ED-3A04A779FE26}" dt="2026-04-15T04:30:37.224" v="82" actId="26606"/>
          <ac:spMkLst>
            <pc:docMk/>
            <pc:sldMk cId="3001475621" sldId="268"/>
            <ac:spMk id="16" creationId="{C4879EFC-8E62-4E00-973C-C45EE9EC676D}"/>
          </ac:spMkLst>
        </pc:spChg>
        <pc:spChg chg="add">
          <ac:chgData name="Nirwan, Ashmitsingh" userId="59c07b9c-c207-4137-8a0c-b87611ef7a40" providerId="ADAL" clId="{B5920EF4-6BC3-4494-B4ED-3A04A779FE26}" dt="2026-04-15T04:30:37.224" v="82" actId="26606"/>
          <ac:spMkLst>
            <pc:docMk/>
            <pc:sldMk cId="3001475621" sldId="268"/>
            <ac:spMk id="18" creationId="{D6A9C53F-5F90-40A5-8C85-5412D39C8C68}"/>
          </ac:spMkLst>
        </pc:spChg>
        <pc:picChg chg="add mod">
          <ac:chgData name="Nirwan, Ashmitsingh" userId="59c07b9c-c207-4137-8a0c-b87611ef7a40" providerId="ADAL" clId="{B5920EF4-6BC3-4494-B4ED-3A04A779FE26}" dt="2026-04-15T04:30:45.783" v="87" actId="1076"/>
          <ac:picMkLst>
            <pc:docMk/>
            <pc:sldMk cId="3001475621" sldId="268"/>
            <ac:picMk id="4" creationId="{A8DE61E6-6F27-17EC-C6BE-9C1F5EF1F40A}"/>
          </ac:picMkLst>
        </pc:picChg>
      </pc:sldChg>
      <pc:sldChg chg="addSp delSp modSp add mod modAnim">
        <pc:chgData name="Nirwan, Ashmitsingh" userId="59c07b9c-c207-4137-8a0c-b87611ef7a40" providerId="ADAL" clId="{B5920EF4-6BC3-4494-B4ED-3A04A779FE26}" dt="2026-04-15T05:00:06.661" v="369" actId="1076"/>
        <pc:sldMkLst>
          <pc:docMk/>
          <pc:sldMk cId="4143268848" sldId="269"/>
        </pc:sldMkLst>
        <pc:spChg chg="mod">
          <ac:chgData name="Nirwan, Ashmitsingh" userId="59c07b9c-c207-4137-8a0c-b87611ef7a40" providerId="ADAL" clId="{B5920EF4-6BC3-4494-B4ED-3A04A779FE26}" dt="2026-04-15T04:52:59.297" v="218"/>
          <ac:spMkLst>
            <pc:docMk/>
            <pc:sldMk cId="4143268848" sldId="269"/>
            <ac:spMk id="2" creationId="{DC07E72A-62CB-2986-BB5B-89D818D07DA6}"/>
          </ac:spMkLst>
        </pc:spChg>
        <pc:spChg chg="add mod">
          <ac:chgData name="Nirwan, Ashmitsingh" userId="59c07b9c-c207-4137-8a0c-b87611ef7a40" providerId="ADAL" clId="{B5920EF4-6BC3-4494-B4ED-3A04A779FE26}" dt="2026-04-15T05:00:06.661" v="369" actId="1076"/>
          <ac:spMkLst>
            <pc:docMk/>
            <pc:sldMk cId="4143268848" sldId="269"/>
            <ac:spMk id="5" creationId="{98702443-59A2-93C9-7FBF-2ADF88F6DFFA}"/>
          </ac:spMkLst>
        </pc:spChg>
        <pc:spChg chg="add">
          <ac:chgData name="Nirwan, Ashmitsingh" userId="59c07b9c-c207-4137-8a0c-b87611ef7a40" providerId="ADAL" clId="{B5920EF4-6BC3-4494-B4ED-3A04A779FE26}" dt="2026-04-15T04:30:54.190" v="88" actId="26606"/>
          <ac:spMkLst>
            <pc:docMk/>
            <pc:sldMk cId="4143268848" sldId="269"/>
            <ac:spMk id="16" creationId="{C4879EFC-8E62-4E00-973C-C45EE9EC676D}"/>
          </ac:spMkLst>
        </pc:spChg>
        <pc:spChg chg="add">
          <ac:chgData name="Nirwan, Ashmitsingh" userId="59c07b9c-c207-4137-8a0c-b87611ef7a40" providerId="ADAL" clId="{B5920EF4-6BC3-4494-B4ED-3A04A779FE26}" dt="2026-04-15T04:30:54.190" v="88" actId="26606"/>
          <ac:spMkLst>
            <pc:docMk/>
            <pc:sldMk cId="4143268848" sldId="269"/>
            <ac:spMk id="18" creationId="{D6A9C53F-5F90-40A5-8C85-5412D39C8C68}"/>
          </ac:spMkLst>
        </pc:spChg>
        <pc:picChg chg="add mod">
          <ac:chgData name="Nirwan, Ashmitsingh" userId="59c07b9c-c207-4137-8a0c-b87611ef7a40" providerId="ADAL" clId="{B5920EF4-6BC3-4494-B4ED-3A04A779FE26}" dt="2026-04-15T04:31:04.628" v="94" actId="1076"/>
          <ac:picMkLst>
            <pc:docMk/>
            <pc:sldMk cId="4143268848" sldId="269"/>
            <ac:picMk id="3" creationId="{B312A695-4B4A-628E-0A91-0B5B3604AE39}"/>
          </ac:picMkLst>
        </pc:picChg>
      </pc:sldChg>
      <pc:sldChg chg="addSp delSp modSp add mod modAnim">
        <pc:chgData name="Nirwan, Ashmitsingh" userId="59c07b9c-c207-4137-8a0c-b87611ef7a40" providerId="ADAL" clId="{B5920EF4-6BC3-4494-B4ED-3A04A779FE26}" dt="2026-04-15T05:00:37.529" v="376" actId="404"/>
        <pc:sldMkLst>
          <pc:docMk/>
          <pc:sldMk cId="1030836714" sldId="270"/>
        </pc:sldMkLst>
        <pc:spChg chg="mod">
          <ac:chgData name="Nirwan, Ashmitsingh" userId="59c07b9c-c207-4137-8a0c-b87611ef7a40" providerId="ADAL" clId="{B5920EF4-6BC3-4494-B4ED-3A04A779FE26}" dt="2026-04-15T04:53:51.595" v="251" actId="6549"/>
          <ac:spMkLst>
            <pc:docMk/>
            <pc:sldMk cId="1030836714" sldId="270"/>
            <ac:spMk id="2" creationId="{7B495E09-0B06-4037-0DFA-D18DDF672EC6}"/>
          </ac:spMkLst>
        </pc:spChg>
        <pc:spChg chg="add mod">
          <ac:chgData name="Nirwan, Ashmitsingh" userId="59c07b9c-c207-4137-8a0c-b87611ef7a40" providerId="ADAL" clId="{B5920EF4-6BC3-4494-B4ED-3A04A779FE26}" dt="2026-04-15T05:00:37.529" v="376" actId="404"/>
          <ac:spMkLst>
            <pc:docMk/>
            <pc:sldMk cId="1030836714" sldId="270"/>
            <ac:spMk id="3" creationId="{2B265A00-8676-6B7C-A78E-FE651634F95E}"/>
          </ac:spMkLst>
        </pc:spChg>
        <pc:spChg chg="add">
          <ac:chgData name="Nirwan, Ashmitsingh" userId="59c07b9c-c207-4137-8a0c-b87611ef7a40" providerId="ADAL" clId="{B5920EF4-6BC3-4494-B4ED-3A04A779FE26}" dt="2026-04-15T04:31:08.072" v="95" actId="26606"/>
          <ac:spMkLst>
            <pc:docMk/>
            <pc:sldMk cId="1030836714" sldId="270"/>
            <ac:spMk id="16" creationId="{C4879EFC-8E62-4E00-973C-C45EE9EC676D}"/>
          </ac:spMkLst>
        </pc:spChg>
        <pc:spChg chg="add">
          <ac:chgData name="Nirwan, Ashmitsingh" userId="59c07b9c-c207-4137-8a0c-b87611ef7a40" providerId="ADAL" clId="{B5920EF4-6BC3-4494-B4ED-3A04A779FE26}" dt="2026-04-15T04:31:08.072" v="95" actId="26606"/>
          <ac:spMkLst>
            <pc:docMk/>
            <pc:sldMk cId="1030836714" sldId="270"/>
            <ac:spMk id="18" creationId="{D6A9C53F-5F90-40A5-8C85-5412D39C8C68}"/>
          </ac:spMkLst>
        </pc:spChg>
        <pc:picChg chg="add mod">
          <ac:chgData name="Nirwan, Ashmitsingh" userId="59c07b9c-c207-4137-8a0c-b87611ef7a40" providerId="ADAL" clId="{B5920EF4-6BC3-4494-B4ED-3A04A779FE26}" dt="2026-04-15T04:31:16.429" v="99" actId="14100"/>
          <ac:picMkLst>
            <pc:docMk/>
            <pc:sldMk cId="1030836714" sldId="270"/>
            <ac:picMk id="4" creationId="{002CE673-D64A-2EFA-2D77-B4BB5D432C2A}"/>
          </ac:picMkLst>
        </pc:picChg>
      </pc:sldChg>
      <pc:sldChg chg="addSp delSp modSp add mod addAnim">
        <pc:chgData name="Nirwan, Ashmitsingh" userId="59c07b9c-c207-4137-8a0c-b87611ef7a40" providerId="ADAL" clId="{B5920EF4-6BC3-4494-B4ED-3A04A779FE26}" dt="2026-04-15T04:56:31.567" v="356"/>
        <pc:sldMkLst>
          <pc:docMk/>
          <pc:sldMk cId="1454208048" sldId="271"/>
        </pc:sldMkLst>
        <pc:spChg chg="mod ord">
          <ac:chgData name="Nirwan, Ashmitsingh" userId="59c07b9c-c207-4137-8a0c-b87611ef7a40" providerId="ADAL" clId="{B5920EF4-6BC3-4494-B4ED-3A04A779FE26}" dt="2026-04-15T04:56:31.567" v="355" actId="26606"/>
          <ac:spMkLst>
            <pc:docMk/>
            <pc:sldMk cId="1454208048" sldId="271"/>
            <ac:spMk id="2" creationId="{F2BB7979-1381-4CDC-24B0-97B2C682AB5D}"/>
          </ac:spMkLst>
        </pc:spChg>
        <pc:spChg chg="mod">
          <ac:chgData name="Nirwan, Ashmitsingh" userId="59c07b9c-c207-4137-8a0c-b87611ef7a40" providerId="ADAL" clId="{B5920EF4-6BC3-4494-B4ED-3A04A779FE26}" dt="2026-04-15T04:56:31.567" v="355" actId="26606"/>
          <ac:spMkLst>
            <pc:docMk/>
            <pc:sldMk cId="1454208048" sldId="271"/>
            <ac:spMk id="6" creationId="{1DF57D27-4600-6108-7037-70814B7D18AE}"/>
          </ac:spMkLst>
        </pc:spChg>
        <pc:spChg chg="add">
          <ac:chgData name="Nirwan, Ashmitsingh" userId="59c07b9c-c207-4137-8a0c-b87611ef7a40" providerId="ADAL" clId="{B5920EF4-6BC3-4494-B4ED-3A04A779FE26}" dt="2026-04-15T04:56:31.567" v="355" actId="26606"/>
          <ac:spMkLst>
            <pc:docMk/>
            <pc:sldMk cId="1454208048" sldId="271"/>
            <ac:spMk id="16" creationId="{37C89E4B-3C9F-44B9-8B86-D9E3D112D8EC}"/>
          </ac:spMkLst>
        </pc:spChg>
        <pc:picChg chg="add del mod">
          <ac:chgData name="Nirwan, Ashmitsingh" userId="59c07b9c-c207-4137-8a0c-b87611ef7a40" providerId="ADAL" clId="{B5920EF4-6BC3-4494-B4ED-3A04A779FE26}" dt="2026-04-15T04:56:31.567" v="355" actId="26606"/>
          <ac:picMkLst>
            <pc:docMk/>
            <pc:sldMk cId="1454208048" sldId="271"/>
            <ac:picMk id="5" creationId="{71685325-2973-2D14-A9A0-885B89D377BD}"/>
          </ac:picMkLst>
        </pc:picChg>
        <pc:cxnChg chg="add">
          <ac:chgData name="Nirwan, Ashmitsingh" userId="59c07b9c-c207-4137-8a0c-b87611ef7a40" providerId="ADAL" clId="{B5920EF4-6BC3-4494-B4ED-3A04A779FE26}" dt="2026-04-15T04:56:31.567" v="355" actId="26606"/>
          <ac:cxnSpMkLst>
            <pc:docMk/>
            <pc:sldMk cId="1454208048" sldId="271"/>
            <ac:cxnSpMk id="18" creationId="{AA2EAA10-076F-46BD-8F0F-B9A2FB77A85C}"/>
          </ac:cxnSpMkLst>
        </pc:cxnChg>
        <pc:cxnChg chg="add">
          <ac:chgData name="Nirwan, Ashmitsingh" userId="59c07b9c-c207-4137-8a0c-b87611ef7a40" providerId="ADAL" clId="{B5920EF4-6BC3-4494-B4ED-3A04A779FE26}" dt="2026-04-15T04:56:31.567" v="355" actId="26606"/>
          <ac:cxnSpMkLst>
            <pc:docMk/>
            <pc:sldMk cId="1454208048" sldId="271"/>
            <ac:cxnSpMk id="20" creationId="{D891E407-403B-4764-86C9-33A56D3BCAA3}"/>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D2E4ED-BC6D-403E-B2E4-D0B92ED84B2F}" type="datetimeFigureOut">
              <a:rPr lang="en-US" smtClean="0"/>
              <a:t>4/25/2026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589DD-E7D0-4354-8148-AF8E10BE3B7C}" type="slidenum">
              <a:rPr lang="en-US" smtClean="0"/>
              <a:t>‹#›</a:t>
            </a:fld>
            <a:endParaRPr lang="en-US"/>
          </a:p>
        </p:txBody>
      </p:sp>
    </p:spTree>
    <p:extLst>
      <p:ext uri="{BB962C8B-B14F-4D97-AF65-F5344CB8AC3E}">
        <p14:creationId xmlns:p14="http://schemas.microsoft.com/office/powerpoint/2010/main" val="630009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project, the Chatbot Builder Application. is a no-code platform for AI chatbot creation and deployment, designed to make chatbot development easier and more accessible for users without a strong technical background.</a:t>
            </a:r>
          </a:p>
          <a:p>
            <a:endParaRPr lang="en-US" dirty="0"/>
          </a:p>
          <a:p>
            <a:endParaRPr lang="en-US" dirty="0"/>
          </a:p>
        </p:txBody>
      </p:sp>
      <p:sp>
        <p:nvSpPr>
          <p:cNvPr id="4" name="Slide Number Placeholder 3"/>
          <p:cNvSpPr>
            <a:spLocks noGrp="1"/>
          </p:cNvSpPr>
          <p:nvPr>
            <p:ph type="sldNum" sz="quarter" idx="5"/>
          </p:nvPr>
        </p:nvSpPr>
        <p:spPr/>
        <p:txBody>
          <a:bodyPr/>
          <a:lstStyle/>
          <a:p>
            <a:fld id="{F80589DD-E7D0-4354-8148-AF8E10BE3B7C}" type="slidenum">
              <a:rPr lang="en-US" smtClean="0"/>
              <a:t>1</a:t>
            </a:fld>
            <a:endParaRPr lang="en-US"/>
          </a:p>
        </p:txBody>
      </p:sp>
    </p:spTree>
    <p:extLst>
      <p:ext uri="{BB962C8B-B14F-4D97-AF65-F5344CB8AC3E}">
        <p14:creationId xmlns:p14="http://schemas.microsoft.com/office/powerpoint/2010/main" val="1904010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problem we identified is that building AI chatbots usually requires programming knowledge, which makes the process difficult for non-technical users. Many existing tools are not beginner-friendly, and users often struggle with integrating knowledge sources, testing chatbot responses, and deploying the chatbot for real use. Because of these barriers, chatbot technology is not as accessible as it could be.</a:t>
            </a:r>
            <a:endParaRPr lang="en-US" b="1" dirty="0"/>
          </a:p>
        </p:txBody>
      </p:sp>
      <p:sp>
        <p:nvSpPr>
          <p:cNvPr id="4" name="Slide Number Placeholder 3"/>
          <p:cNvSpPr>
            <a:spLocks noGrp="1"/>
          </p:cNvSpPr>
          <p:nvPr>
            <p:ph type="sldNum" sz="quarter" idx="5"/>
          </p:nvPr>
        </p:nvSpPr>
        <p:spPr/>
        <p:txBody>
          <a:bodyPr/>
          <a:lstStyle/>
          <a:p>
            <a:fld id="{F80589DD-E7D0-4354-8148-AF8E10BE3B7C}" type="slidenum">
              <a:rPr lang="en-US" smtClean="0"/>
              <a:t>2</a:t>
            </a:fld>
            <a:endParaRPr lang="en-US"/>
          </a:p>
        </p:txBody>
      </p:sp>
    </p:spTree>
    <p:extLst>
      <p:ext uri="{BB962C8B-B14F-4D97-AF65-F5344CB8AC3E}">
        <p14:creationId xmlns:p14="http://schemas.microsoft.com/office/powerpoint/2010/main" val="778502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developed the Chatbot Builder Platform. Our solution is a no-code system that allows users to create chatbots without any programming knowledge. The platform supports multiple knowledge sources, such as website URLs and text input, and includes a built-in interface for testing chatbot responses. It also provides one-click publishing, which generates a shareable public link for easy deployment.</a:t>
            </a:r>
          </a:p>
          <a:p>
            <a:r>
              <a:rPr lang="en-US" dirty="0"/>
              <a:t>The goal is to make chatbot creation simple, fast, and accessible. This platform can be used by companies to support employees or customers with FAQs, by professors to assist students, or by websites to provide instant responses to users.</a:t>
            </a:r>
          </a:p>
        </p:txBody>
      </p:sp>
      <p:sp>
        <p:nvSpPr>
          <p:cNvPr id="4" name="Slide Number Placeholder 3"/>
          <p:cNvSpPr>
            <a:spLocks noGrp="1"/>
          </p:cNvSpPr>
          <p:nvPr>
            <p:ph type="sldNum" sz="quarter" idx="5"/>
          </p:nvPr>
        </p:nvSpPr>
        <p:spPr/>
        <p:txBody>
          <a:bodyPr/>
          <a:lstStyle/>
          <a:p>
            <a:fld id="{F80589DD-E7D0-4354-8148-AF8E10BE3B7C}" type="slidenum">
              <a:rPr lang="en-US" smtClean="0"/>
              <a:t>3</a:t>
            </a:fld>
            <a:endParaRPr lang="en-US"/>
          </a:p>
        </p:txBody>
      </p:sp>
    </p:spTree>
    <p:extLst>
      <p:ext uri="{BB962C8B-B14F-4D97-AF65-F5344CB8AC3E}">
        <p14:creationId xmlns:p14="http://schemas.microsoft.com/office/powerpoint/2010/main" val="2071546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includes several core features. </a:t>
            </a:r>
          </a:p>
          <a:p>
            <a:r>
              <a:rPr lang="en-US" dirty="0"/>
              <a:t>First, it provides user authentication and a dashboard for managing bots. </a:t>
            </a:r>
          </a:p>
          <a:p>
            <a:r>
              <a:rPr lang="en-US" dirty="0"/>
              <a:t>Second, it offers a step-by-step chatbot creation wizard that guides users through the process. </a:t>
            </a:r>
          </a:p>
          <a:p>
            <a:r>
              <a:rPr lang="en-US" dirty="0"/>
              <a:t>Third, it supports knowledge ingestion from URLs and text. </a:t>
            </a:r>
          </a:p>
          <a:p>
            <a:r>
              <a:rPr lang="en-US" dirty="0"/>
              <a:t>Fourth, users can test the chatbot in real time before deployment. </a:t>
            </a:r>
          </a:p>
          <a:p>
            <a:r>
              <a:rPr lang="en-US" dirty="0"/>
              <a:t>Fifth, they can publish the chatbot for public access. </a:t>
            </a:r>
          </a:p>
          <a:p>
            <a:r>
              <a:rPr lang="en-US" dirty="0"/>
              <a:t>Finally, the system includes an analytics dashboard to track chatbot performance and usage.</a:t>
            </a:r>
          </a:p>
        </p:txBody>
      </p:sp>
      <p:sp>
        <p:nvSpPr>
          <p:cNvPr id="4" name="Slide Number Placeholder 3"/>
          <p:cNvSpPr>
            <a:spLocks noGrp="1"/>
          </p:cNvSpPr>
          <p:nvPr>
            <p:ph type="sldNum" sz="quarter" idx="5"/>
          </p:nvPr>
        </p:nvSpPr>
        <p:spPr/>
        <p:txBody>
          <a:bodyPr/>
          <a:lstStyle/>
          <a:p>
            <a:fld id="{F80589DD-E7D0-4354-8148-AF8E10BE3B7C}" type="slidenum">
              <a:rPr lang="en-US" smtClean="0"/>
              <a:t>4</a:t>
            </a:fld>
            <a:endParaRPr lang="en-US"/>
          </a:p>
        </p:txBody>
      </p:sp>
    </p:spTree>
    <p:extLst>
      <p:ext uri="{BB962C8B-B14F-4D97-AF65-F5344CB8AC3E}">
        <p14:creationId xmlns:p14="http://schemas.microsoft.com/office/powerpoint/2010/main" val="2897816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overall architecture of our system, along with the logical and physical database models, which together define how the system is designed and implemented.</a:t>
            </a:r>
          </a:p>
          <a:p>
            <a:r>
              <a:rPr lang="en-US" dirty="0"/>
              <a:t>At a high level, the system follows a </a:t>
            </a:r>
            <a:r>
              <a:rPr lang="en-US" b="1" dirty="0"/>
              <a:t>layered architecture</a:t>
            </a:r>
            <a:r>
              <a:rPr lang="en-US" dirty="0"/>
              <a:t>.</a:t>
            </a:r>
          </a:p>
          <a:p>
            <a:r>
              <a:rPr lang="en-US" dirty="0"/>
              <a:t>At the top, we have the </a:t>
            </a:r>
            <a:r>
              <a:rPr lang="en-US" b="1" dirty="0"/>
              <a:t>frontend</a:t>
            </a:r>
            <a:r>
              <a:rPr lang="en-US" dirty="0"/>
              <a:t>, built using HTML, CSS, and JavaScript. This layer handles all user interactions, such as creating chatbots, selecting knowledge sources, testing responses, and viewing analytics. It acts as the interface between the user and the system.</a:t>
            </a:r>
          </a:p>
          <a:p>
            <a:r>
              <a:rPr lang="en-US" dirty="0"/>
              <a:t>Next is the </a:t>
            </a:r>
            <a:r>
              <a:rPr lang="en-US" b="1" dirty="0"/>
              <a:t>backend</a:t>
            </a:r>
            <a:r>
              <a:rPr lang="en-US" dirty="0"/>
              <a:t>, developed using Spring Boot. This layer is responsible for processing requests, handling business logic, managing chatbot creation, and coordinating data flow between the frontend, database, and external services like OpenAI.</a:t>
            </a:r>
          </a:p>
          <a:p>
            <a:r>
              <a:rPr lang="en-US" dirty="0"/>
              <a:t>Below that is the </a:t>
            </a:r>
            <a:r>
              <a:rPr lang="en-US" b="1" dirty="0"/>
              <a:t>database layer</a:t>
            </a:r>
            <a:r>
              <a:rPr lang="en-US" dirty="0"/>
              <a:t>, where we store structured data such as users, bots, and processed knowledge chunks. These chunks contain both text and embeddings, which allow the system to efficiently retrieve relevant information during chatbot interactions.</a:t>
            </a:r>
          </a:p>
          <a:p>
            <a:r>
              <a:rPr lang="en-US" dirty="0"/>
              <a:t>From a </a:t>
            </a:r>
            <a:r>
              <a:rPr lang="en-US" b="1" dirty="0"/>
              <a:t>logical model perspective</a:t>
            </a:r>
            <a:r>
              <a:rPr lang="en-US" dirty="0"/>
              <a:t>, the system is organized around key entities like User, Bot, and </a:t>
            </a:r>
            <a:r>
              <a:rPr lang="en-US" dirty="0" err="1"/>
              <a:t>BotChunk</a:t>
            </a:r>
            <a:r>
              <a:rPr lang="en-US" dirty="0"/>
              <a:t>. The relationships between these entities define how data flows through </a:t>
            </a:r>
            <a:r>
              <a:rPr lang="en-US"/>
              <a:t>the system - for </a:t>
            </a:r>
            <a:r>
              <a:rPr lang="en-US" dirty="0"/>
              <a:t>example, one user can have multiple bots, and each bot can have multiple knowledge chunks.</a:t>
            </a:r>
          </a:p>
          <a:p>
            <a:r>
              <a:rPr lang="en-US" dirty="0"/>
              <a:t>From a </a:t>
            </a:r>
            <a:r>
              <a:rPr lang="en-US" b="1" dirty="0"/>
              <a:t>physical model perspective</a:t>
            </a:r>
            <a:r>
              <a:rPr lang="en-US" dirty="0"/>
              <a:t>, these entities are implemented as tables in a PostgreSQL database. Each table stores specific attributes, such as bot details, chunked content, and embeddings, ensuring efficient storage and retrieval.</a:t>
            </a:r>
          </a:p>
          <a:p>
            <a:r>
              <a:rPr lang="en-US" dirty="0"/>
              <a:t>Finally, we integrate with the </a:t>
            </a:r>
            <a:r>
              <a:rPr lang="en-US" b="1" dirty="0"/>
              <a:t>OpenAI API</a:t>
            </a:r>
            <a:r>
              <a:rPr lang="en-US" dirty="0"/>
              <a:t>, which is responsible for generating chatbot responses and embeddings. This allows the system to provide intelligent, context-aware answers based on the stored knowledge.</a:t>
            </a:r>
          </a:p>
          <a:p>
            <a:r>
              <a:rPr lang="en-US" dirty="0"/>
              <a:t>Overall, this combination of layered architecture and well-defined data models ensures scalability, efficient data handling, and maintainability of the system.</a:t>
            </a:r>
          </a:p>
        </p:txBody>
      </p:sp>
      <p:sp>
        <p:nvSpPr>
          <p:cNvPr id="4" name="Slide Number Placeholder 3"/>
          <p:cNvSpPr>
            <a:spLocks noGrp="1"/>
          </p:cNvSpPr>
          <p:nvPr>
            <p:ph type="sldNum" sz="quarter" idx="5"/>
          </p:nvPr>
        </p:nvSpPr>
        <p:spPr/>
        <p:txBody>
          <a:bodyPr/>
          <a:lstStyle/>
          <a:p>
            <a:fld id="{F80589DD-E7D0-4354-8148-AF8E10BE3B7C}" type="slidenum">
              <a:rPr lang="en-US" smtClean="0"/>
              <a:t>5</a:t>
            </a:fld>
            <a:endParaRPr lang="en-US"/>
          </a:p>
        </p:txBody>
      </p:sp>
    </p:spTree>
    <p:extLst>
      <p:ext uri="{BB962C8B-B14F-4D97-AF65-F5344CB8AC3E}">
        <p14:creationId xmlns:p14="http://schemas.microsoft.com/office/powerpoint/2010/main" val="2322617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represents the core structure of our backend system.</a:t>
            </a:r>
          </a:p>
          <a:p>
            <a:r>
              <a:rPr lang="en-US" dirty="0"/>
              <a:t>We have four main components:</a:t>
            </a:r>
          </a:p>
          <a:p>
            <a:r>
              <a:rPr lang="en-US" b="1" dirty="0"/>
              <a:t>Controllers</a:t>
            </a:r>
            <a:r>
              <a:rPr lang="en-US" dirty="0"/>
              <a:t>, which handle incoming API requests from the frontend </a:t>
            </a:r>
          </a:p>
          <a:p>
            <a:r>
              <a:rPr lang="en-US" b="1" dirty="0"/>
              <a:t>Services</a:t>
            </a:r>
            <a:r>
              <a:rPr lang="en-US" dirty="0"/>
              <a:t>, which contain the main business logic, such as chatbot response generation and knowledge processing </a:t>
            </a:r>
          </a:p>
          <a:p>
            <a:r>
              <a:rPr lang="en-US" b="1" dirty="0"/>
              <a:t>Models</a:t>
            </a:r>
            <a:r>
              <a:rPr lang="en-US" dirty="0"/>
              <a:t>, which define entities like User, Bot, and </a:t>
            </a:r>
            <a:r>
              <a:rPr lang="en-US" dirty="0" err="1"/>
              <a:t>BotChunk</a:t>
            </a:r>
            <a:r>
              <a:rPr lang="en-US" dirty="0"/>
              <a:t> </a:t>
            </a:r>
          </a:p>
          <a:p>
            <a:r>
              <a:rPr lang="en-US" b="1" dirty="0"/>
              <a:t>Repositories</a:t>
            </a:r>
            <a:r>
              <a:rPr lang="en-US" dirty="0"/>
              <a:t>, which interact with the database using JPA </a:t>
            </a:r>
          </a:p>
          <a:p>
            <a:r>
              <a:rPr lang="en-US" dirty="0"/>
              <a:t>For example, the Bot entity is linked to multiple </a:t>
            </a:r>
            <a:r>
              <a:rPr lang="en-US" dirty="0" err="1"/>
              <a:t>BotChunks</a:t>
            </a:r>
            <a:r>
              <a:rPr lang="en-US" dirty="0"/>
              <a:t>, which store processed knowledge data. The service layer connects everything by coordinating between controllers and repositories.</a:t>
            </a:r>
          </a:p>
          <a:p>
            <a:r>
              <a:rPr lang="en-US" dirty="0"/>
              <a:t>This design follows the </a:t>
            </a:r>
            <a:r>
              <a:rPr lang="en-US" b="1" dirty="0"/>
              <a:t>MVC pattern</a:t>
            </a:r>
            <a:r>
              <a:rPr lang="en-US" dirty="0"/>
              <a:t>, making the code modular, maintainable, and easier to extend.</a:t>
            </a:r>
          </a:p>
        </p:txBody>
      </p:sp>
      <p:sp>
        <p:nvSpPr>
          <p:cNvPr id="4" name="Slide Number Placeholder 3"/>
          <p:cNvSpPr>
            <a:spLocks noGrp="1"/>
          </p:cNvSpPr>
          <p:nvPr>
            <p:ph type="sldNum" sz="quarter" idx="5"/>
          </p:nvPr>
        </p:nvSpPr>
        <p:spPr/>
        <p:txBody>
          <a:bodyPr/>
          <a:lstStyle/>
          <a:p>
            <a:fld id="{F80589DD-E7D0-4354-8148-AF8E10BE3B7C}" type="slidenum">
              <a:rPr lang="en-US" smtClean="0"/>
              <a:t>6</a:t>
            </a:fld>
            <a:endParaRPr lang="en-US"/>
          </a:p>
        </p:txBody>
      </p:sp>
    </p:spTree>
    <p:extLst>
      <p:ext uri="{BB962C8B-B14F-4D97-AF65-F5344CB8AC3E}">
        <p14:creationId xmlns:p14="http://schemas.microsoft.com/office/powerpoint/2010/main" val="3542818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explains how a chatbot generates a response.</a:t>
            </a:r>
          </a:p>
          <a:p>
            <a:r>
              <a:rPr lang="en-US" dirty="0"/>
              <a:t>First, the user sends a message through the frontend interface.</a:t>
            </a:r>
            <a:br>
              <a:rPr lang="en-US" dirty="0"/>
            </a:br>
            <a:r>
              <a:rPr lang="en-US" dirty="0"/>
              <a:t>That request is sent to the backend.</a:t>
            </a:r>
          </a:p>
          <a:p>
            <a:r>
              <a:rPr lang="en-US" dirty="0"/>
              <a:t>The backend then retrieves the relevant </a:t>
            </a:r>
            <a:r>
              <a:rPr lang="en-US" b="1" dirty="0"/>
              <a:t>knowledge chunks</a:t>
            </a:r>
            <a:r>
              <a:rPr lang="en-US" dirty="0"/>
              <a:t> associated with that bot from the database. These chunks are preprocessed pieces of content extracted from the knowledge source.</a:t>
            </a:r>
          </a:p>
          <a:p>
            <a:r>
              <a:rPr lang="en-US" dirty="0"/>
              <a:t>Next, the system sends the user’s question along with the relevant chunks to the OpenAI API.</a:t>
            </a:r>
          </a:p>
          <a:p>
            <a:r>
              <a:rPr lang="en-US" dirty="0"/>
              <a:t>The OpenAI model generates a response based on that context, and the backend returns the final answer to the user.</a:t>
            </a:r>
          </a:p>
          <a:p>
            <a:r>
              <a:rPr lang="en-US" dirty="0"/>
              <a:t>This process ensures that responses are both </a:t>
            </a:r>
            <a:r>
              <a:rPr lang="en-US" b="1" dirty="0"/>
              <a:t>context-aware and relevant to the bot’s knowledge base</a:t>
            </a:r>
            <a:r>
              <a:rPr lang="en-US" dirty="0"/>
              <a:t>.</a:t>
            </a:r>
          </a:p>
        </p:txBody>
      </p:sp>
      <p:sp>
        <p:nvSpPr>
          <p:cNvPr id="4" name="Slide Number Placeholder 3"/>
          <p:cNvSpPr>
            <a:spLocks noGrp="1"/>
          </p:cNvSpPr>
          <p:nvPr>
            <p:ph type="sldNum" sz="quarter" idx="5"/>
          </p:nvPr>
        </p:nvSpPr>
        <p:spPr/>
        <p:txBody>
          <a:bodyPr/>
          <a:lstStyle/>
          <a:p>
            <a:fld id="{F80589DD-E7D0-4354-8148-AF8E10BE3B7C}" type="slidenum">
              <a:rPr lang="en-US" smtClean="0"/>
              <a:t>7</a:t>
            </a:fld>
            <a:endParaRPr lang="en-US"/>
          </a:p>
        </p:txBody>
      </p:sp>
    </p:spTree>
    <p:extLst>
      <p:ext uri="{BB962C8B-B14F-4D97-AF65-F5344CB8AC3E}">
        <p14:creationId xmlns:p14="http://schemas.microsoft.com/office/powerpoint/2010/main" val="2406135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a chatbot is created.</a:t>
            </a:r>
          </a:p>
          <a:p>
            <a:r>
              <a:rPr lang="en-US" dirty="0"/>
              <a:t>The process begins when the user enters basic information and selects a knowledge source.</a:t>
            </a:r>
          </a:p>
          <a:p>
            <a:r>
              <a:rPr lang="en-US" dirty="0"/>
              <a:t>If the source is a website or text, the backend extracts the content and processes it.</a:t>
            </a:r>
          </a:p>
          <a:p>
            <a:r>
              <a:rPr lang="en-US" dirty="0"/>
              <a:t>The content is then broken into smaller pieces called </a:t>
            </a:r>
            <a:r>
              <a:rPr lang="en-US" b="1" dirty="0"/>
              <a:t>chunks</a:t>
            </a:r>
            <a:r>
              <a:rPr lang="en-US" dirty="0"/>
              <a:t>, which are easier to manage and retrieve.</a:t>
            </a:r>
          </a:p>
          <a:p>
            <a:r>
              <a:rPr lang="en-US" dirty="0"/>
              <a:t>Each chunk is converted into an embedding using the OpenAI API, allowing us to perform semantic search later.</a:t>
            </a:r>
          </a:p>
          <a:p>
            <a:r>
              <a:rPr lang="en-US" dirty="0"/>
              <a:t>Finally, both the chunks and embeddings are stored in the database.</a:t>
            </a:r>
          </a:p>
          <a:p>
            <a:r>
              <a:rPr lang="en-US" dirty="0"/>
              <a:t>This preprocessing step is critical because it allows the chatbot to retrieve relevant information quickly during conversations.</a:t>
            </a:r>
          </a:p>
        </p:txBody>
      </p:sp>
      <p:sp>
        <p:nvSpPr>
          <p:cNvPr id="4" name="Slide Number Placeholder 3"/>
          <p:cNvSpPr>
            <a:spLocks noGrp="1"/>
          </p:cNvSpPr>
          <p:nvPr>
            <p:ph type="sldNum" sz="quarter" idx="5"/>
          </p:nvPr>
        </p:nvSpPr>
        <p:spPr/>
        <p:txBody>
          <a:bodyPr/>
          <a:lstStyle/>
          <a:p>
            <a:fld id="{F80589DD-E7D0-4354-8148-AF8E10BE3B7C}" type="slidenum">
              <a:rPr lang="en-US" smtClean="0"/>
              <a:t>8</a:t>
            </a:fld>
            <a:endParaRPr lang="en-US"/>
          </a:p>
        </p:txBody>
      </p:sp>
    </p:spTree>
    <p:extLst>
      <p:ext uri="{BB962C8B-B14F-4D97-AF65-F5344CB8AC3E}">
        <p14:creationId xmlns:p14="http://schemas.microsoft.com/office/powerpoint/2010/main" val="6646577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represents how a public user interacts with a deployed chatbot.</a:t>
            </a:r>
          </a:p>
          <a:p>
            <a:r>
              <a:rPr lang="en-US" dirty="0"/>
              <a:t>A website visitor accesses the chatbot through a </a:t>
            </a:r>
            <a:r>
              <a:rPr lang="en-US" b="1" dirty="0"/>
              <a:t>public link</a:t>
            </a:r>
            <a:r>
              <a:rPr lang="en-US" dirty="0"/>
              <a:t> that contains a unique token.</a:t>
            </a:r>
          </a:p>
          <a:p>
            <a:r>
              <a:rPr lang="en-US" dirty="0"/>
              <a:t>When the visitor sends a message, the backend uses the token to identify which bot is being accessed.</a:t>
            </a:r>
          </a:p>
          <a:p>
            <a:r>
              <a:rPr lang="en-US" dirty="0"/>
              <a:t>The system then retrieves the associated knowledge chunks and sends the request to the OpenAI API.</a:t>
            </a:r>
          </a:p>
          <a:p>
            <a:r>
              <a:rPr lang="en-US" dirty="0"/>
              <a:t>A response is generated and returned to the visitor, just like in the internal chat flow.</a:t>
            </a:r>
          </a:p>
          <a:p>
            <a:r>
              <a:rPr lang="en-US" dirty="0"/>
              <a:t>The key difference is that this process does </a:t>
            </a:r>
            <a:r>
              <a:rPr lang="en-US" b="1" dirty="0"/>
              <a:t>not require user authentication</a:t>
            </a:r>
            <a:r>
              <a:rPr lang="en-US" dirty="0"/>
              <a:t>, making it accessible to anyone with the link.</a:t>
            </a:r>
          </a:p>
        </p:txBody>
      </p:sp>
      <p:sp>
        <p:nvSpPr>
          <p:cNvPr id="4" name="Slide Number Placeholder 3"/>
          <p:cNvSpPr>
            <a:spLocks noGrp="1"/>
          </p:cNvSpPr>
          <p:nvPr>
            <p:ph type="sldNum" sz="quarter" idx="5"/>
          </p:nvPr>
        </p:nvSpPr>
        <p:spPr/>
        <p:txBody>
          <a:bodyPr/>
          <a:lstStyle/>
          <a:p>
            <a:fld id="{F80589DD-E7D0-4354-8148-AF8E10BE3B7C}" type="slidenum">
              <a:rPr lang="en-US" smtClean="0"/>
              <a:t>9</a:t>
            </a:fld>
            <a:endParaRPr lang="en-US"/>
          </a:p>
        </p:txBody>
      </p:sp>
    </p:spTree>
    <p:extLst>
      <p:ext uri="{BB962C8B-B14F-4D97-AF65-F5344CB8AC3E}">
        <p14:creationId xmlns:p14="http://schemas.microsoft.com/office/powerpoint/2010/main" val="3592725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explains the publishing process.</a:t>
            </a:r>
          </a:p>
          <a:p>
            <a:r>
              <a:rPr lang="en-US" dirty="0"/>
              <a:t>When a user clicks the publish button, the backend updates the bot’s status to indicate that it is now publicly available.</a:t>
            </a:r>
          </a:p>
          <a:p>
            <a:r>
              <a:rPr lang="en-US" dirty="0"/>
              <a:t>A unique </a:t>
            </a:r>
            <a:r>
              <a:rPr lang="en-US" b="1" dirty="0"/>
              <a:t>public token</a:t>
            </a:r>
            <a:r>
              <a:rPr lang="en-US" dirty="0"/>
              <a:t> is generated for that bot. This token acts as an identifier and ensures secure access.</a:t>
            </a:r>
          </a:p>
          <a:p>
            <a:r>
              <a:rPr lang="en-US" dirty="0"/>
              <a:t>Using this token, the system creates a shareable public URL.</a:t>
            </a:r>
          </a:p>
          <a:p>
            <a:r>
              <a:rPr lang="en-US" dirty="0"/>
              <a:t>This link can then be distributed to users or embedded into websites, allowing external users to interact with the chatbot.</a:t>
            </a:r>
          </a:p>
          <a:p>
            <a:r>
              <a:rPr lang="en-US" dirty="0"/>
              <a:t>This step effectively transitions the bot from a private tool to a publicly accessible application.</a:t>
            </a:r>
          </a:p>
        </p:txBody>
      </p:sp>
      <p:sp>
        <p:nvSpPr>
          <p:cNvPr id="4" name="Slide Number Placeholder 3"/>
          <p:cNvSpPr>
            <a:spLocks noGrp="1"/>
          </p:cNvSpPr>
          <p:nvPr>
            <p:ph type="sldNum" sz="quarter" idx="5"/>
          </p:nvPr>
        </p:nvSpPr>
        <p:spPr/>
        <p:txBody>
          <a:bodyPr/>
          <a:lstStyle/>
          <a:p>
            <a:fld id="{F80589DD-E7D0-4354-8148-AF8E10BE3B7C}" type="slidenum">
              <a:rPr lang="en-US" smtClean="0"/>
              <a:t>10</a:t>
            </a:fld>
            <a:endParaRPr lang="en-US"/>
          </a:p>
        </p:txBody>
      </p:sp>
    </p:spTree>
    <p:extLst>
      <p:ext uri="{BB962C8B-B14F-4D97-AF65-F5344CB8AC3E}">
        <p14:creationId xmlns:p14="http://schemas.microsoft.com/office/powerpoint/2010/main" val="4241294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analytics are generated and displayed.</a:t>
            </a:r>
          </a:p>
          <a:p>
            <a:r>
              <a:rPr lang="en-US" dirty="0"/>
              <a:t>When the user or admin requests analytics, the frontend sends a request to the backend.</a:t>
            </a:r>
          </a:p>
          <a:p>
            <a:r>
              <a:rPr lang="en-US" dirty="0"/>
              <a:t>The backend collects data from multiple sources, including bots, conversations, and messages.</a:t>
            </a:r>
          </a:p>
          <a:p>
            <a:r>
              <a:rPr lang="en-US" dirty="0"/>
              <a:t>This data is then processed and aggregated into meaningful metrics, such as total conversations, active users, and response trends.</a:t>
            </a:r>
          </a:p>
          <a:p>
            <a:r>
              <a:rPr lang="en-US" dirty="0"/>
              <a:t>Finally, the frontend displays this information using charts and tables.</a:t>
            </a:r>
          </a:p>
          <a:p>
            <a:r>
              <a:rPr lang="en-US" dirty="0"/>
              <a:t>These analytics help users understand how their chatbot is performing and identify areas for improvement.</a:t>
            </a:r>
          </a:p>
        </p:txBody>
      </p:sp>
      <p:sp>
        <p:nvSpPr>
          <p:cNvPr id="4" name="Slide Number Placeholder 3"/>
          <p:cNvSpPr>
            <a:spLocks noGrp="1"/>
          </p:cNvSpPr>
          <p:nvPr>
            <p:ph type="sldNum" sz="quarter" idx="5"/>
          </p:nvPr>
        </p:nvSpPr>
        <p:spPr/>
        <p:txBody>
          <a:bodyPr/>
          <a:lstStyle/>
          <a:p>
            <a:fld id="{F80589DD-E7D0-4354-8148-AF8E10BE3B7C}" type="slidenum">
              <a:rPr lang="en-US" smtClean="0"/>
              <a:t>11</a:t>
            </a:fld>
            <a:endParaRPr lang="en-US"/>
          </a:p>
        </p:txBody>
      </p:sp>
    </p:spTree>
    <p:extLst>
      <p:ext uri="{BB962C8B-B14F-4D97-AF65-F5344CB8AC3E}">
        <p14:creationId xmlns:p14="http://schemas.microsoft.com/office/powerpoint/2010/main" val="4193951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we walk through the full end-to-end workflow of the application. First, the user logs in. Then the user creates a chatbot and adds a knowledge source. After that, the user tests the chatbot to verify the responses. Once satisfied, the user publishes the chatbot. Finally, the chatbot can be accessed through its public link. This demonstrates the complete lifecycle from creation to deployment.</a:t>
            </a:r>
          </a:p>
        </p:txBody>
      </p:sp>
      <p:sp>
        <p:nvSpPr>
          <p:cNvPr id="4" name="Slide Number Placeholder 3"/>
          <p:cNvSpPr>
            <a:spLocks noGrp="1"/>
          </p:cNvSpPr>
          <p:nvPr>
            <p:ph type="sldNum" sz="quarter" idx="5"/>
          </p:nvPr>
        </p:nvSpPr>
        <p:spPr/>
        <p:txBody>
          <a:bodyPr/>
          <a:lstStyle/>
          <a:p>
            <a:fld id="{F80589DD-E7D0-4354-8148-AF8E10BE3B7C}" type="slidenum">
              <a:rPr lang="en-US" smtClean="0"/>
              <a:t>12</a:t>
            </a:fld>
            <a:endParaRPr lang="en-US"/>
          </a:p>
        </p:txBody>
      </p:sp>
    </p:spTree>
    <p:extLst>
      <p:ext uri="{BB962C8B-B14F-4D97-AF65-F5344CB8AC3E}">
        <p14:creationId xmlns:p14="http://schemas.microsoft.com/office/powerpoint/2010/main" val="287877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development, we faced several important challenges. One issue was chunking limitations in response generation, since the chatbot performs best when the answer is found in a small number of relevant chunks. Another challenge was dependency on the OpenAI API, including response quality and API constraints. We also faced data extraction issues when scraping websites and PDFs, especially when content structure was inconsistent. Finally, handling multi-topic queries was difficult because responses could become incomplete when the information was spread across many chunks.</a:t>
            </a:r>
          </a:p>
        </p:txBody>
      </p:sp>
      <p:sp>
        <p:nvSpPr>
          <p:cNvPr id="4" name="Slide Number Placeholder 3"/>
          <p:cNvSpPr>
            <a:spLocks noGrp="1"/>
          </p:cNvSpPr>
          <p:nvPr>
            <p:ph type="sldNum" sz="quarter" idx="5"/>
          </p:nvPr>
        </p:nvSpPr>
        <p:spPr/>
        <p:txBody>
          <a:bodyPr/>
          <a:lstStyle/>
          <a:p>
            <a:fld id="{F80589DD-E7D0-4354-8148-AF8E10BE3B7C}" type="slidenum">
              <a:rPr lang="en-US" smtClean="0"/>
              <a:t>13</a:t>
            </a:fld>
            <a:endParaRPr lang="en-US"/>
          </a:p>
        </p:txBody>
      </p:sp>
    </p:spTree>
    <p:extLst>
      <p:ext uri="{BB962C8B-B14F-4D97-AF65-F5344CB8AC3E}">
        <p14:creationId xmlns:p14="http://schemas.microsoft.com/office/powerpoint/2010/main" val="69192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 enhancements we would like to add in the future. One is hybrid search, which combines keyword search with embeddings for more accurate retrieval. Another is adding a chatbot interface directly on the landing page. We also want to improve support for multiple languages, explore cloud deployment options such as AWS or Azure, improve chunk ranking and retrieval, and expand the analytics dashboard with more advanced insights.</a:t>
            </a:r>
          </a:p>
        </p:txBody>
      </p:sp>
      <p:sp>
        <p:nvSpPr>
          <p:cNvPr id="4" name="Slide Number Placeholder 3"/>
          <p:cNvSpPr>
            <a:spLocks noGrp="1"/>
          </p:cNvSpPr>
          <p:nvPr>
            <p:ph type="sldNum" sz="quarter" idx="5"/>
          </p:nvPr>
        </p:nvSpPr>
        <p:spPr/>
        <p:txBody>
          <a:bodyPr/>
          <a:lstStyle/>
          <a:p>
            <a:fld id="{F80589DD-E7D0-4354-8148-AF8E10BE3B7C}" type="slidenum">
              <a:rPr lang="en-US" smtClean="0"/>
              <a:t>14</a:t>
            </a:fld>
            <a:endParaRPr lang="en-US"/>
          </a:p>
        </p:txBody>
      </p:sp>
    </p:spTree>
    <p:extLst>
      <p:ext uri="{BB962C8B-B14F-4D97-AF65-F5344CB8AC3E}">
        <p14:creationId xmlns:p14="http://schemas.microsoft.com/office/powerpoint/2010/main" val="2561764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 developed a complete chatbot builder platform that covers the full software development lifecycle, from planning and design to implementation and testing. The system successfully integrates AI for response generation and provides a usable no-code solution for chatbot creation and deployment. Our project helps bridge the gap between powerful AI capabilities and everyday user accessibility, and it is ready for demonstration and future improvement.</a:t>
            </a:r>
          </a:p>
        </p:txBody>
      </p:sp>
      <p:sp>
        <p:nvSpPr>
          <p:cNvPr id="4" name="Slide Number Placeholder 3"/>
          <p:cNvSpPr>
            <a:spLocks noGrp="1"/>
          </p:cNvSpPr>
          <p:nvPr>
            <p:ph type="sldNum" sz="quarter" idx="5"/>
          </p:nvPr>
        </p:nvSpPr>
        <p:spPr/>
        <p:txBody>
          <a:bodyPr/>
          <a:lstStyle/>
          <a:p>
            <a:fld id="{F80589DD-E7D0-4354-8148-AF8E10BE3B7C}" type="slidenum">
              <a:rPr lang="en-US" smtClean="0"/>
              <a:t>15</a:t>
            </a:fld>
            <a:endParaRPr lang="en-US"/>
          </a:p>
        </p:txBody>
      </p:sp>
    </p:spTree>
    <p:extLst>
      <p:ext uri="{BB962C8B-B14F-4D97-AF65-F5344CB8AC3E}">
        <p14:creationId xmlns:p14="http://schemas.microsoft.com/office/powerpoint/2010/main" val="36701307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you for listening to our presentation. We appreciate your time and attention, and we would be happy to answer any questions you may have.</a:t>
            </a:r>
          </a:p>
          <a:p>
            <a:endParaRPr lang="en-US" dirty="0"/>
          </a:p>
        </p:txBody>
      </p:sp>
      <p:sp>
        <p:nvSpPr>
          <p:cNvPr id="4" name="Slide Number Placeholder 3"/>
          <p:cNvSpPr>
            <a:spLocks noGrp="1"/>
          </p:cNvSpPr>
          <p:nvPr>
            <p:ph type="sldNum" sz="quarter" idx="5"/>
          </p:nvPr>
        </p:nvSpPr>
        <p:spPr/>
        <p:txBody>
          <a:bodyPr/>
          <a:lstStyle/>
          <a:p>
            <a:fld id="{F80589DD-E7D0-4354-8148-AF8E10BE3B7C}" type="slidenum">
              <a:rPr lang="en-US" smtClean="0"/>
              <a:t>16</a:t>
            </a:fld>
            <a:endParaRPr lang="en-US"/>
          </a:p>
        </p:txBody>
      </p:sp>
    </p:spTree>
    <p:extLst>
      <p:ext uri="{BB962C8B-B14F-4D97-AF65-F5344CB8AC3E}">
        <p14:creationId xmlns:p14="http://schemas.microsoft.com/office/powerpoint/2010/main" val="2159385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B43737-0956-4C48-8CCF-259C4E619736}"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E164AC-E61C-4741-97A7-A63A9394D1DF}"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75B212-E201-411A-919B-EF168C0C3D78}"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51B4FF4-7D14-4E00-9F1E-93B4451B78D3}"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D4CD632-C1E3-4D8A-A429-2568E046CF05}" type="datetime1">
              <a:rPr lang="en-US" smtClean="0"/>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73B0B93-EB1A-4DA3-9D98-1D057CC4762A}" type="datetime1">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AD631D-C6B5-44D4-8564-6F69AE7F60BB}" type="datetime1">
              <a:rPr lang="en-US" smtClean="0"/>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A9D1B4-A00A-4336-8DC5-B75C77200F5F}"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840CDC-2591-4CC7-96BE-DA803E471036}"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260BBE-76C0-4177-8086-7E3C5C47E8DC}"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39A258-2556-4190-A776-9DED298C5CED}"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307A32-7B0D-46DE-B8B1-44E083C97138}" type="datetime1">
              <a:rPr lang="en-US" smtClean="0"/>
              <a:t>4/25/2026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973321" y="640080"/>
            <a:ext cx="4688333" cy="1790365"/>
          </a:xfrm>
        </p:spPr>
        <p:txBody>
          <a:bodyPr anchor="b">
            <a:normAutofit/>
          </a:bodyPr>
          <a:lstStyle/>
          <a:p>
            <a:pPr algn="l"/>
            <a:r>
              <a:rPr lang="en-US" sz="4700" dirty="0"/>
              <a:t>Chatbot Builder Application</a:t>
            </a:r>
          </a:p>
        </p:txBody>
      </p:sp>
      <p:pic>
        <p:nvPicPr>
          <p:cNvPr id="18" name="Picture 17" descr="A grey robot with  colorful buttons">
            <a:extLst>
              <a:ext uri="{FF2B5EF4-FFF2-40B4-BE49-F238E27FC236}">
                <a16:creationId xmlns:a16="http://schemas.microsoft.com/office/drawing/2014/main" id="{E1E4411F-0434-123F-E0FD-8BD694D6EAD7}"/>
              </a:ext>
            </a:extLst>
          </p:cNvPr>
          <p:cNvPicPr>
            <a:picLocks noChangeAspect="1"/>
          </p:cNvPicPr>
          <p:nvPr/>
        </p:nvPicPr>
        <p:blipFill>
          <a:blip r:embed="rId3"/>
          <a:srcRect l="51561" r="10240"/>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9"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646" y="4409267"/>
            <a:ext cx="3182692" cy="18288"/>
          </a:xfrm>
          <a:custGeom>
            <a:avLst/>
            <a:gdLst>
              <a:gd name="csX0" fmla="*/ 0 w 3182692"/>
              <a:gd name="csY0" fmla="*/ 0 h 18288"/>
              <a:gd name="csX1" fmla="*/ 604711 w 3182692"/>
              <a:gd name="csY1" fmla="*/ 0 h 18288"/>
              <a:gd name="csX2" fmla="*/ 1241250 w 3182692"/>
              <a:gd name="csY2" fmla="*/ 0 h 18288"/>
              <a:gd name="csX3" fmla="*/ 1909615 w 3182692"/>
              <a:gd name="csY3" fmla="*/ 0 h 18288"/>
              <a:gd name="csX4" fmla="*/ 2577981 w 3182692"/>
              <a:gd name="csY4" fmla="*/ 0 h 18288"/>
              <a:gd name="csX5" fmla="*/ 3182692 w 3182692"/>
              <a:gd name="csY5" fmla="*/ 0 h 18288"/>
              <a:gd name="csX6" fmla="*/ 3182692 w 3182692"/>
              <a:gd name="csY6" fmla="*/ 18288 h 18288"/>
              <a:gd name="csX7" fmla="*/ 2482500 w 3182692"/>
              <a:gd name="csY7" fmla="*/ 18288 h 18288"/>
              <a:gd name="csX8" fmla="*/ 1782308 w 3182692"/>
              <a:gd name="csY8" fmla="*/ 18288 h 18288"/>
              <a:gd name="csX9" fmla="*/ 1145769 w 3182692"/>
              <a:gd name="csY9" fmla="*/ 18288 h 18288"/>
              <a:gd name="csX10" fmla="*/ 0 w 3182692"/>
              <a:gd name="csY10" fmla="*/ 18288 h 18288"/>
              <a:gd name="csX11" fmla="*/ 0 w 3182692"/>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E77E9AE4-5878-DEDB-C1D4-901CFC42992B}"/>
              </a:ext>
            </a:extLst>
          </p:cNvPr>
          <p:cNvSpPr>
            <a:spLocks noGrp="1"/>
          </p:cNvSpPr>
          <p:nvPr>
            <p:ph type="sldNum" sz="quarter" idx="12"/>
          </p:nvPr>
        </p:nvSpPr>
        <p:spPr/>
        <p:txBody>
          <a:bodyPr/>
          <a:lstStyle/>
          <a:p>
            <a:fld id="{C1FF6DA9-008F-8B48-92A6-B652298478BF}" type="slidenum">
              <a:rPr lang="en-US" smtClean="0"/>
              <a:t>1</a:t>
            </a:fld>
            <a:endParaRPr lang="en-US"/>
          </a:p>
        </p:txBody>
      </p:sp>
      <p:sp>
        <p:nvSpPr>
          <p:cNvPr id="6" name="TextBox 5">
            <a:extLst>
              <a:ext uri="{FF2B5EF4-FFF2-40B4-BE49-F238E27FC236}">
                <a16:creationId xmlns:a16="http://schemas.microsoft.com/office/drawing/2014/main" id="{C5B5C2CE-0B99-FFE9-3F87-0A57841A6447}"/>
              </a:ext>
            </a:extLst>
          </p:cNvPr>
          <p:cNvSpPr txBox="1"/>
          <p:nvPr/>
        </p:nvSpPr>
        <p:spPr>
          <a:xfrm>
            <a:off x="4089653" y="2749650"/>
            <a:ext cx="4572000" cy="646331"/>
          </a:xfrm>
          <a:prstGeom prst="rect">
            <a:avLst/>
          </a:prstGeom>
          <a:noFill/>
        </p:spPr>
        <p:txBody>
          <a:bodyPr wrap="square">
            <a:spAutoFit/>
          </a:bodyPr>
          <a:lstStyle/>
          <a:p>
            <a:r>
              <a:rPr lang="en-US" dirty="0"/>
              <a:t>A No-Code Platform for AI Chatbot Creation and Deployment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73321" y="329184"/>
            <a:ext cx="4688333" cy="1783080"/>
          </a:xfrm>
        </p:spPr>
        <p:txBody>
          <a:bodyPr anchor="b">
            <a:normAutofit/>
          </a:bodyPr>
          <a:lstStyle/>
          <a:p>
            <a:r>
              <a:rPr lang="en-US" sz="4700" dirty="0"/>
              <a:t>Problem</a:t>
            </a:r>
          </a:p>
        </p:txBody>
      </p:sp>
      <p:pic>
        <p:nvPicPr>
          <p:cNvPr id="5" name="Picture 4" descr="A robot using a laptop sitting on a blue chair">
            <a:extLst>
              <a:ext uri="{FF2B5EF4-FFF2-40B4-BE49-F238E27FC236}">
                <a16:creationId xmlns:a16="http://schemas.microsoft.com/office/drawing/2014/main" id="{48CE11B9-0A34-E6DA-8270-03603CD592D9}"/>
              </a:ext>
            </a:extLst>
          </p:cNvPr>
          <p:cNvPicPr>
            <a:picLocks noChangeAspect="1"/>
          </p:cNvPicPr>
          <p:nvPr/>
        </p:nvPicPr>
        <p:blipFill>
          <a:blip r:embed="rId3"/>
          <a:srcRect l="62986" r="8365"/>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sX0" fmla="*/ 0 w 3182692"/>
              <a:gd name="csY0" fmla="*/ 0 h 18288"/>
              <a:gd name="csX1" fmla="*/ 636538 w 3182692"/>
              <a:gd name="csY1" fmla="*/ 0 h 18288"/>
              <a:gd name="csX2" fmla="*/ 1273077 w 3182692"/>
              <a:gd name="csY2" fmla="*/ 0 h 18288"/>
              <a:gd name="csX3" fmla="*/ 1909615 w 3182692"/>
              <a:gd name="csY3" fmla="*/ 0 h 18288"/>
              <a:gd name="csX4" fmla="*/ 2482500 w 3182692"/>
              <a:gd name="csY4" fmla="*/ 0 h 18288"/>
              <a:gd name="csX5" fmla="*/ 3182692 w 3182692"/>
              <a:gd name="csY5" fmla="*/ 0 h 18288"/>
              <a:gd name="csX6" fmla="*/ 3182692 w 3182692"/>
              <a:gd name="csY6" fmla="*/ 18288 h 18288"/>
              <a:gd name="csX7" fmla="*/ 2609807 w 3182692"/>
              <a:gd name="csY7" fmla="*/ 18288 h 18288"/>
              <a:gd name="csX8" fmla="*/ 2068750 w 3182692"/>
              <a:gd name="csY8" fmla="*/ 18288 h 18288"/>
              <a:gd name="csX9" fmla="*/ 1432211 w 3182692"/>
              <a:gd name="csY9" fmla="*/ 18288 h 18288"/>
              <a:gd name="csX10" fmla="*/ 859327 w 3182692"/>
              <a:gd name="csY10" fmla="*/ 18288 h 18288"/>
              <a:gd name="csX11" fmla="*/ 0 w 3182692"/>
              <a:gd name="csY11" fmla="*/ 18288 h 18288"/>
              <a:gd name="csX12" fmla="*/ 0 w 318269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973321" y="2706624"/>
            <a:ext cx="4688333" cy="3483864"/>
          </a:xfrm>
        </p:spPr>
        <p:txBody>
          <a:bodyPr>
            <a:normAutofit/>
          </a:bodyPr>
          <a:lstStyle/>
          <a:p>
            <a:r>
              <a:rPr lang="en-US" sz="1900" dirty="0"/>
              <a:t>Building AI chatbots requires programming knowledge</a:t>
            </a:r>
          </a:p>
          <a:p>
            <a:r>
              <a:rPr lang="en-US" sz="1900" dirty="0"/>
              <a:t>Not accessible to non-technical users</a:t>
            </a:r>
          </a:p>
          <a:p>
            <a:r>
              <a:rPr lang="en-US" sz="1900" dirty="0"/>
              <a:t>Difficult to integrate knowledge sources</a:t>
            </a:r>
          </a:p>
          <a:p>
            <a:r>
              <a:rPr lang="en-US" sz="1900" dirty="0"/>
              <a:t>No simple way to deploy and test chatbots</a:t>
            </a:r>
          </a:p>
        </p:txBody>
      </p:sp>
      <p:sp>
        <p:nvSpPr>
          <p:cNvPr id="6" name="Slide Number Placeholder 5">
            <a:extLst>
              <a:ext uri="{FF2B5EF4-FFF2-40B4-BE49-F238E27FC236}">
                <a16:creationId xmlns:a16="http://schemas.microsoft.com/office/drawing/2014/main" id="{8524409A-715B-C49D-FF49-F28C11ACE7C2}"/>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73321" y="329184"/>
            <a:ext cx="4688333" cy="1783080"/>
          </a:xfrm>
        </p:spPr>
        <p:txBody>
          <a:bodyPr anchor="b">
            <a:normAutofit/>
          </a:bodyPr>
          <a:lstStyle/>
          <a:p>
            <a:r>
              <a:rPr lang="en-US" sz="4700"/>
              <a:t>Solution</a:t>
            </a:r>
          </a:p>
        </p:txBody>
      </p:sp>
      <p:pic>
        <p:nvPicPr>
          <p:cNvPr id="5" name="Picture 4" descr="Computer script on a screen">
            <a:extLst>
              <a:ext uri="{FF2B5EF4-FFF2-40B4-BE49-F238E27FC236}">
                <a16:creationId xmlns:a16="http://schemas.microsoft.com/office/drawing/2014/main" id="{288656CE-D6B3-0C9F-8CFA-E229B426F82F}"/>
              </a:ext>
            </a:extLst>
          </p:cNvPr>
          <p:cNvPicPr>
            <a:picLocks noChangeAspect="1"/>
          </p:cNvPicPr>
          <p:nvPr/>
        </p:nvPicPr>
        <p:blipFill>
          <a:blip r:embed="rId3"/>
          <a:srcRect l="13115" r="52887" b="-1"/>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sX0" fmla="*/ 0 w 3182692"/>
              <a:gd name="csY0" fmla="*/ 0 h 18288"/>
              <a:gd name="csX1" fmla="*/ 636538 w 3182692"/>
              <a:gd name="csY1" fmla="*/ 0 h 18288"/>
              <a:gd name="csX2" fmla="*/ 1273077 w 3182692"/>
              <a:gd name="csY2" fmla="*/ 0 h 18288"/>
              <a:gd name="csX3" fmla="*/ 1909615 w 3182692"/>
              <a:gd name="csY3" fmla="*/ 0 h 18288"/>
              <a:gd name="csX4" fmla="*/ 2482500 w 3182692"/>
              <a:gd name="csY4" fmla="*/ 0 h 18288"/>
              <a:gd name="csX5" fmla="*/ 3182692 w 3182692"/>
              <a:gd name="csY5" fmla="*/ 0 h 18288"/>
              <a:gd name="csX6" fmla="*/ 3182692 w 3182692"/>
              <a:gd name="csY6" fmla="*/ 18288 h 18288"/>
              <a:gd name="csX7" fmla="*/ 2609807 w 3182692"/>
              <a:gd name="csY7" fmla="*/ 18288 h 18288"/>
              <a:gd name="csX8" fmla="*/ 2068750 w 3182692"/>
              <a:gd name="csY8" fmla="*/ 18288 h 18288"/>
              <a:gd name="csX9" fmla="*/ 1432211 w 3182692"/>
              <a:gd name="csY9" fmla="*/ 18288 h 18288"/>
              <a:gd name="csX10" fmla="*/ 859327 w 3182692"/>
              <a:gd name="csY10" fmla="*/ 18288 h 18288"/>
              <a:gd name="csX11" fmla="*/ 0 w 3182692"/>
              <a:gd name="csY11" fmla="*/ 18288 h 18288"/>
              <a:gd name="csX12" fmla="*/ 0 w 318269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973321" y="2706624"/>
            <a:ext cx="4688333" cy="3483864"/>
          </a:xfrm>
        </p:spPr>
        <p:txBody>
          <a:bodyPr>
            <a:normAutofit fontScale="70000" lnSpcReduction="20000"/>
          </a:bodyPr>
          <a:lstStyle/>
          <a:p>
            <a:pPr marL="0" indent="0">
              <a:buNone/>
            </a:pPr>
            <a:r>
              <a:rPr lang="en-US" b="1" dirty="0"/>
              <a:t>Proposed Solution: Chatbot Builder Platform</a:t>
            </a:r>
            <a:endParaRPr lang="en-US" dirty="0"/>
          </a:p>
          <a:p>
            <a:r>
              <a:rPr lang="en-US" dirty="0"/>
              <a:t>No-code chatbot creation system </a:t>
            </a:r>
          </a:p>
          <a:p>
            <a:r>
              <a:rPr lang="en-US" dirty="0"/>
              <a:t>Supports multiple knowledge sources: </a:t>
            </a:r>
          </a:p>
          <a:p>
            <a:pPr lvl="1"/>
            <a:r>
              <a:rPr lang="en-US" dirty="0"/>
              <a:t>Website URLs </a:t>
            </a:r>
          </a:p>
          <a:p>
            <a:pPr lvl="1"/>
            <a:r>
              <a:rPr lang="en-US" dirty="0"/>
              <a:t>Text input </a:t>
            </a:r>
          </a:p>
          <a:p>
            <a:r>
              <a:rPr lang="en-US" dirty="0"/>
              <a:t>Built-in chatbot testing interface </a:t>
            </a:r>
          </a:p>
          <a:p>
            <a:r>
              <a:rPr lang="en-US" dirty="0"/>
              <a:t>One-click publishing with shareable link</a:t>
            </a:r>
          </a:p>
        </p:txBody>
      </p:sp>
      <p:sp>
        <p:nvSpPr>
          <p:cNvPr id="6" name="Slide Number Placeholder 5">
            <a:extLst>
              <a:ext uri="{FF2B5EF4-FFF2-40B4-BE49-F238E27FC236}">
                <a16:creationId xmlns:a16="http://schemas.microsoft.com/office/drawing/2014/main" id="{C30AE61D-381A-6F70-701D-F52A5BBE29AD}"/>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10" name="TextBox 9">
            <a:extLst>
              <a:ext uri="{FF2B5EF4-FFF2-40B4-BE49-F238E27FC236}">
                <a16:creationId xmlns:a16="http://schemas.microsoft.com/office/drawing/2014/main" id="{187CB08C-164B-3802-E81A-6605A4B7E43F}"/>
              </a:ext>
            </a:extLst>
          </p:cNvPr>
          <p:cNvSpPr txBox="1"/>
          <p:nvPr/>
        </p:nvSpPr>
        <p:spPr>
          <a:xfrm>
            <a:off x="3789895" y="5964112"/>
            <a:ext cx="5143090" cy="369332"/>
          </a:xfrm>
          <a:prstGeom prst="rect">
            <a:avLst/>
          </a:prstGeom>
          <a:noFill/>
        </p:spPr>
        <p:txBody>
          <a:bodyPr wrap="square">
            <a:spAutoFit/>
          </a:bodyPr>
          <a:lstStyle/>
          <a:p>
            <a:r>
              <a:rPr lang="en-US" b="1" i="1" dirty="0"/>
              <a:t>Designed for ease of use and rapid deployment!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73321" y="329184"/>
            <a:ext cx="4688333" cy="1783080"/>
          </a:xfrm>
        </p:spPr>
        <p:txBody>
          <a:bodyPr anchor="b">
            <a:normAutofit/>
          </a:bodyPr>
          <a:lstStyle/>
          <a:p>
            <a:r>
              <a:rPr lang="en-US" sz="4700"/>
              <a:t>Key Features</a:t>
            </a:r>
          </a:p>
        </p:txBody>
      </p:sp>
      <p:pic>
        <p:nvPicPr>
          <p:cNvPr id="5" name="Picture 4" descr="Electronic circuit board">
            <a:extLst>
              <a:ext uri="{FF2B5EF4-FFF2-40B4-BE49-F238E27FC236}">
                <a16:creationId xmlns:a16="http://schemas.microsoft.com/office/drawing/2014/main" id="{A6692BC4-AD0A-33EA-6AA5-C884A3C05147}"/>
              </a:ext>
            </a:extLst>
          </p:cNvPr>
          <p:cNvPicPr>
            <a:picLocks noChangeAspect="1"/>
          </p:cNvPicPr>
          <p:nvPr/>
        </p:nvPicPr>
        <p:blipFill>
          <a:blip r:embed="rId3"/>
          <a:srcRect l="28515" r="41689" b="1"/>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sX0" fmla="*/ 0 w 3182692"/>
              <a:gd name="csY0" fmla="*/ 0 h 18288"/>
              <a:gd name="csX1" fmla="*/ 636538 w 3182692"/>
              <a:gd name="csY1" fmla="*/ 0 h 18288"/>
              <a:gd name="csX2" fmla="*/ 1273077 w 3182692"/>
              <a:gd name="csY2" fmla="*/ 0 h 18288"/>
              <a:gd name="csX3" fmla="*/ 1909615 w 3182692"/>
              <a:gd name="csY3" fmla="*/ 0 h 18288"/>
              <a:gd name="csX4" fmla="*/ 2482500 w 3182692"/>
              <a:gd name="csY4" fmla="*/ 0 h 18288"/>
              <a:gd name="csX5" fmla="*/ 3182692 w 3182692"/>
              <a:gd name="csY5" fmla="*/ 0 h 18288"/>
              <a:gd name="csX6" fmla="*/ 3182692 w 3182692"/>
              <a:gd name="csY6" fmla="*/ 18288 h 18288"/>
              <a:gd name="csX7" fmla="*/ 2609807 w 3182692"/>
              <a:gd name="csY7" fmla="*/ 18288 h 18288"/>
              <a:gd name="csX8" fmla="*/ 2068750 w 3182692"/>
              <a:gd name="csY8" fmla="*/ 18288 h 18288"/>
              <a:gd name="csX9" fmla="*/ 1432211 w 3182692"/>
              <a:gd name="csY9" fmla="*/ 18288 h 18288"/>
              <a:gd name="csX10" fmla="*/ 859327 w 3182692"/>
              <a:gd name="csY10" fmla="*/ 18288 h 18288"/>
              <a:gd name="csX11" fmla="*/ 0 w 3182692"/>
              <a:gd name="csY11" fmla="*/ 18288 h 18288"/>
              <a:gd name="csX12" fmla="*/ 0 w 318269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973321" y="2706624"/>
            <a:ext cx="4688333" cy="3483864"/>
          </a:xfrm>
        </p:spPr>
        <p:txBody>
          <a:bodyPr>
            <a:normAutofit/>
          </a:bodyPr>
          <a:lstStyle/>
          <a:p>
            <a:pPr marL="0" indent="0">
              <a:buNone/>
            </a:pPr>
            <a:r>
              <a:rPr lang="en-US" sz="2000" b="1" dirty="0"/>
              <a:t>Core Features of the System</a:t>
            </a:r>
            <a:endParaRPr lang="en-US" sz="2000" dirty="0"/>
          </a:p>
          <a:p>
            <a:r>
              <a:rPr lang="en-US" sz="2000" dirty="0"/>
              <a:t>User authentication and dashboard </a:t>
            </a:r>
          </a:p>
          <a:p>
            <a:r>
              <a:rPr lang="en-US" sz="2000" dirty="0"/>
              <a:t>Step-by-step chatbot creation wizard </a:t>
            </a:r>
          </a:p>
          <a:p>
            <a:r>
              <a:rPr lang="en-US" sz="2000" dirty="0"/>
              <a:t>Knowledge ingestion (URL &amp; text) </a:t>
            </a:r>
          </a:p>
          <a:p>
            <a:r>
              <a:rPr lang="en-US" sz="2000" dirty="0"/>
              <a:t>Real-time chatbot testing </a:t>
            </a:r>
          </a:p>
          <a:p>
            <a:r>
              <a:rPr lang="en-US" sz="2000" dirty="0"/>
              <a:t>Publish chatbot with public access </a:t>
            </a:r>
          </a:p>
          <a:p>
            <a:r>
              <a:rPr lang="en-US" sz="2000" dirty="0"/>
              <a:t>Analytics dashboard for performance tracking</a:t>
            </a:r>
          </a:p>
        </p:txBody>
      </p:sp>
      <p:sp>
        <p:nvSpPr>
          <p:cNvPr id="6" name="Slide Number Placeholder 5">
            <a:extLst>
              <a:ext uri="{FF2B5EF4-FFF2-40B4-BE49-F238E27FC236}">
                <a16:creationId xmlns:a16="http://schemas.microsoft.com/office/drawing/2014/main" id="{A0A01493-9838-7607-4344-6E387AE3BFD8}"/>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160" y="670218"/>
            <a:ext cx="8182230" cy="1065836"/>
          </a:xfrm>
        </p:spPr>
        <p:txBody>
          <a:bodyPr vert="horz" lIns="91440" tIns="45720" rIns="91440" bIns="45720" rtlCol="0" anchor="ctr">
            <a:normAutofit/>
          </a:bodyPr>
          <a:lstStyle/>
          <a:p>
            <a:pPr defTabSz="914400">
              <a:lnSpc>
                <a:spcPct val="90000"/>
              </a:lnSpc>
            </a:pPr>
            <a:r>
              <a:rPr lang="en-US" sz="5700" dirty="0"/>
              <a:t>Architecture Diagram</a:t>
            </a:r>
          </a:p>
        </p:txBody>
      </p:sp>
      <p:sp>
        <p:nvSpPr>
          <p:cNvPr id="38"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2032" y="1800088"/>
            <a:ext cx="4057650" cy="18288"/>
          </a:xfrm>
          <a:custGeom>
            <a:avLst/>
            <a:gdLst>
              <a:gd name="csX0" fmla="*/ 0 w 4057650"/>
              <a:gd name="csY0" fmla="*/ 0 h 18288"/>
              <a:gd name="csX1" fmla="*/ 757428 w 4057650"/>
              <a:gd name="csY1" fmla="*/ 0 h 18288"/>
              <a:gd name="csX2" fmla="*/ 1474279 w 4057650"/>
              <a:gd name="csY2" fmla="*/ 0 h 18288"/>
              <a:gd name="csX3" fmla="*/ 2191131 w 4057650"/>
              <a:gd name="csY3" fmla="*/ 0 h 18288"/>
              <a:gd name="csX4" fmla="*/ 2745676 w 4057650"/>
              <a:gd name="csY4" fmla="*/ 0 h 18288"/>
              <a:gd name="csX5" fmla="*/ 3340798 w 4057650"/>
              <a:gd name="csY5" fmla="*/ 0 h 18288"/>
              <a:gd name="csX6" fmla="*/ 4057650 w 4057650"/>
              <a:gd name="csY6" fmla="*/ 0 h 18288"/>
              <a:gd name="csX7" fmla="*/ 4057650 w 4057650"/>
              <a:gd name="csY7" fmla="*/ 18288 h 18288"/>
              <a:gd name="csX8" fmla="*/ 3381375 w 4057650"/>
              <a:gd name="csY8" fmla="*/ 18288 h 18288"/>
              <a:gd name="csX9" fmla="*/ 2826830 w 4057650"/>
              <a:gd name="csY9" fmla="*/ 18288 h 18288"/>
              <a:gd name="csX10" fmla="*/ 2272284 w 4057650"/>
              <a:gd name="csY10" fmla="*/ 18288 h 18288"/>
              <a:gd name="csX11" fmla="*/ 1555432 w 4057650"/>
              <a:gd name="csY11" fmla="*/ 18288 h 18288"/>
              <a:gd name="csX12" fmla="*/ 960310 w 4057650"/>
              <a:gd name="csY12" fmla="*/ 18288 h 18288"/>
              <a:gd name="csX13" fmla="*/ 0 w 4057650"/>
              <a:gd name="csY13" fmla="*/ 18288 h 18288"/>
              <a:gd name="csX14" fmla="*/ 0 w 405765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0976ECD-5E2E-15BF-154D-FF310ED435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75857" y="1852707"/>
            <a:ext cx="1472064" cy="4503643"/>
          </a:xfrm>
          <a:prstGeom prst="rect">
            <a:avLst/>
          </a:prstGeom>
          <a:noFill/>
        </p:spPr>
      </p:pic>
      <p:pic>
        <p:nvPicPr>
          <p:cNvPr id="4" name="Picture 3">
            <a:extLst>
              <a:ext uri="{FF2B5EF4-FFF2-40B4-BE49-F238E27FC236}">
                <a16:creationId xmlns:a16="http://schemas.microsoft.com/office/drawing/2014/main" id="{712B0D24-4DEB-C1B9-1DE1-23C30EC293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2419319" y="1882410"/>
            <a:ext cx="3554171" cy="4564838"/>
          </a:xfrm>
          <a:prstGeom prst="rect">
            <a:avLst/>
          </a:prstGeom>
          <a:noFill/>
        </p:spPr>
      </p:pic>
      <p:pic>
        <p:nvPicPr>
          <p:cNvPr id="5" name="Picture 4">
            <a:extLst>
              <a:ext uri="{FF2B5EF4-FFF2-40B4-BE49-F238E27FC236}">
                <a16:creationId xmlns:a16="http://schemas.microsoft.com/office/drawing/2014/main" id="{80956536-10C7-511F-2759-7CCA931331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auto">
          <a:xfrm>
            <a:off x="6077077" y="2151594"/>
            <a:ext cx="2961051" cy="3423498"/>
          </a:xfrm>
          <a:prstGeom prst="rect">
            <a:avLst/>
          </a:prstGeom>
          <a:noFill/>
        </p:spPr>
      </p:pic>
      <p:sp>
        <p:nvSpPr>
          <p:cNvPr id="7" name="Slide Number Placeholder 6">
            <a:extLst>
              <a:ext uri="{FF2B5EF4-FFF2-40B4-BE49-F238E27FC236}">
                <a16:creationId xmlns:a16="http://schemas.microsoft.com/office/drawing/2014/main" id="{54EE3DD1-772D-8726-72F8-0AF42F65C8C7}"/>
              </a:ext>
            </a:extLst>
          </p:cNvPr>
          <p:cNvSpPr>
            <a:spLocks noGrp="1"/>
          </p:cNvSpPr>
          <p:nvPr>
            <p:ph type="sldNum" sz="quarter" idx="12"/>
          </p:nvPr>
        </p:nvSpPr>
        <p:spPr/>
        <p:txBody>
          <a:bodyPr/>
          <a:lstStyle/>
          <a:p>
            <a:fld id="{C1FF6DA9-008F-8B48-92A6-B652298478BF}" type="slidenum">
              <a:rPr lang="en-US" smtClean="0"/>
              <a:t>5</a:t>
            </a:fld>
            <a:endParaRPr lang="en-US"/>
          </a:p>
        </p:txBody>
      </p:sp>
      <p:sp>
        <p:nvSpPr>
          <p:cNvPr id="8" name="TextBox 7">
            <a:extLst>
              <a:ext uri="{FF2B5EF4-FFF2-40B4-BE49-F238E27FC236}">
                <a16:creationId xmlns:a16="http://schemas.microsoft.com/office/drawing/2014/main" id="{9FAA12AB-5541-BE08-AD4E-45FC405D133E}"/>
              </a:ext>
            </a:extLst>
          </p:cNvPr>
          <p:cNvSpPr txBox="1"/>
          <p:nvPr/>
        </p:nvSpPr>
        <p:spPr>
          <a:xfrm>
            <a:off x="1397978" y="6393913"/>
            <a:ext cx="7119482" cy="369332"/>
          </a:xfrm>
          <a:prstGeom prst="rect">
            <a:avLst/>
          </a:prstGeom>
          <a:noFill/>
        </p:spPr>
        <p:txBody>
          <a:bodyPr wrap="square">
            <a:spAutoFit/>
          </a:bodyPr>
          <a:lstStyle/>
          <a:p>
            <a:pPr>
              <a:buNone/>
            </a:pPr>
            <a:r>
              <a:rPr lang="en-US" b="1" i="1" dirty="0"/>
              <a:t>Layered Architecture: Frontend → Backend → Database → OpenAI API</a:t>
            </a:r>
            <a:endParaRPr lang="en-US" i="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160" y="417576"/>
            <a:ext cx="8182230" cy="1249394"/>
          </a:xfrm>
        </p:spPr>
        <p:txBody>
          <a:bodyPr vert="horz" lIns="91440" tIns="45720" rIns="91440" bIns="45720" rtlCol="0" anchor="ctr">
            <a:normAutofit/>
          </a:bodyPr>
          <a:lstStyle/>
          <a:p>
            <a:pPr defTabSz="914400">
              <a:lnSpc>
                <a:spcPct val="90000"/>
              </a:lnSpc>
            </a:pPr>
            <a:r>
              <a:rPr lang="en-US" sz="5700" kern="1200">
                <a:solidFill>
                  <a:schemeClr val="tx1"/>
                </a:solidFill>
                <a:latin typeface="+mj-lt"/>
                <a:ea typeface="+mj-ea"/>
                <a:cs typeface="+mj-cs"/>
              </a:rPr>
              <a:t>UML Class Diagram</a:t>
            </a:r>
          </a:p>
        </p:txBody>
      </p:sp>
      <p:sp>
        <p:nvSpPr>
          <p:cNvPr id="17"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776" y="1733454"/>
            <a:ext cx="3429000" cy="18288"/>
          </a:xfrm>
          <a:custGeom>
            <a:avLst/>
            <a:gdLst>
              <a:gd name="csX0" fmla="*/ 0 w 3429000"/>
              <a:gd name="csY0" fmla="*/ 0 h 18288"/>
              <a:gd name="csX1" fmla="*/ 685800 w 3429000"/>
              <a:gd name="csY1" fmla="*/ 0 h 18288"/>
              <a:gd name="csX2" fmla="*/ 1371600 w 3429000"/>
              <a:gd name="csY2" fmla="*/ 0 h 18288"/>
              <a:gd name="csX3" fmla="*/ 2057400 w 3429000"/>
              <a:gd name="csY3" fmla="*/ 0 h 18288"/>
              <a:gd name="csX4" fmla="*/ 2674620 w 3429000"/>
              <a:gd name="csY4" fmla="*/ 0 h 18288"/>
              <a:gd name="csX5" fmla="*/ 3429000 w 3429000"/>
              <a:gd name="csY5" fmla="*/ 0 h 18288"/>
              <a:gd name="csX6" fmla="*/ 3429000 w 3429000"/>
              <a:gd name="csY6" fmla="*/ 18288 h 18288"/>
              <a:gd name="csX7" fmla="*/ 2811780 w 3429000"/>
              <a:gd name="csY7" fmla="*/ 18288 h 18288"/>
              <a:gd name="csX8" fmla="*/ 2228850 w 3429000"/>
              <a:gd name="csY8" fmla="*/ 18288 h 18288"/>
              <a:gd name="csX9" fmla="*/ 1543050 w 3429000"/>
              <a:gd name="csY9" fmla="*/ 18288 h 18288"/>
              <a:gd name="csX10" fmla="*/ 925830 w 3429000"/>
              <a:gd name="csY10" fmla="*/ 18288 h 18288"/>
              <a:gd name="csX11" fmla="*/ 0 w 3429000"/>
              <a:gd name="csY11" fmla="*/ 18288 h 18288"/>
              <a:gd name="csX12" fmla="*/ 0 w 342900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29000" h="18288" fill="none" extrusionOk="0">
                <a:moveTo>
                  <a:pt x="0" y="0"/>
                </a:moveTo>
                <a:cubicBezTo>
                  <a:pt x="219865" y="20479"/>
                  <a:pt x="493281" y="26186"/>
                  <a:pt x="685800" y="0"/>
                </a:cubicBezTo>
                <a:cubicBezTo>
                  <a:pt x="878319" y="-26186"/>
                  <a:pt x="1121382" y="-11869"/>
                  <a:pt x="1371600" y="0"/>
                </a:cubicBezTo>
                <a:cubicBezTo>
                  <a:pt x="1621818" y="11869"/>
                  <a:pt x="1878793" y="32281"/>
                  <a:pt x="2057400" y="0"/>
                </a:cubicBezTo>
                <a:cubicBezTo>
                  <a:pt x="2236007" y="-32281"/>
                  <a:pt x="2433797" y="-18251"/>
                  <a:pt x="2674620" y="0"/>
                </a:cubicBezTo>
                <a:cubicBezTo>
                  <a:pt x="2915443" y="18251"/>
                  <a:pt x="3205923" y="-1443"/>
                  <a:pt x="3429000" y="0"/>
                </a:cubicBezTo>
                <a:cubicBezTo>
                  <a:pt x="3429442" y="4516"/>
                  <a:pt x="3428173" y="12266"/>
                  <a:pt x="3429000" y="18288"/>
                </a:cubicBezTo>
                <a:cubicBezTo>
                  <a:pt x="3221081" y="48608"/>
                  <a:pt x="3088001" y="8066"/>
                  <a:pt x="2811780" y="18288"/>
                </a:cubicBezTo>
                <a:cubicBezTo>
                  <a:pt x="2535559" y="28510"/>
                  <a:pt x="2481355" y="24898"/>
                  <a:pt x="2228850" y="18288"/>
                </a:cubicBezTo>
                <a:cubicBezTo>
                  <a:pt x="1976345" y="11679"/>
                  <a:pt x="1807520" y="48356"/>
                  <a:pt x="1543050" y="18288"/>
                </a:cubicBezTo>
                <a:cubicBezTo>
                  <a:pt x="1278580" y="-11780"/>
                  <a:pt x="1181944" y="5123"/>
                  <a:pt x="925830" y="18288"/>
                </a:cubicBezTo>
                <a:cubicBezTo>
                  <a:pt x="669716" y="31453"/>
                  <a:pt x="410304" y="34815"/>
                  <a:pt x="0" y="18288"/>
                </a:cubicBezTo>
                <a:cubicBezTo>
                  <a:pt x="-306" y="11477"/>
                  <a:pt x="485" y="4355"/>
                  <a:pt x="0" y="0"/>
                </a:cubicBezTo>
                <a:close/>
              </a:path>
              <a:path w="3429000" h="18288" stroke="0" extrusionOk="0">
                <a:moveTo>
                  <a:pt x="0" y="0"/>
                </a:moveTo>
                <a:cubicBezTo>
                  <a:pt x="174095" y="-12874"/>
                  <a:pt x="443087" y="-14090"/>
                  <a:pt x="617220" y="0"/>
                </a:cubicBezTo>
                <a:cubicBezTo>
                  <a:pt x="791353" y="14090"/>
                  <a:pt x="1072677" y="8451"/>
                  <a:pt x="1200150" y="0"/>
                </a:cubicBezTo>
                <a:cubicBezTo>
                  <a:pt x="1327623" y="-8451"/>
                  <a:pt x="1526638" y="19866"/>
                  <a:pt x="1817370" y="0"/>
                </a:cubicBezTo>
                <a:cubicBezTo>
                  <a:pt x="2108102" y="-19866"/>
                  <a:pt x="2221289" y="26161"/>
                  <a:pt x="2503170" y="0"/>
                </a:cubicBezTo>
                <a:cubicBezTo>
                  <a:pt x="2785051" y="-26161"/>
                  <a:pt x="3022134" y="39178"/>
                  <a:pt x="3429000" y="0"/>
                </a:cubicBezTo>
                <a:cubicBezTo>
                  <a:pt x="3429577" y="4624"/>
                  <a:pt x="3429819" y="11191"/>
                  <a:pt x="3429000" y="18288"/>
                </a:cubicBezTo>
                <a:cubicBezTo>
                  <a:pt x="3103464" y="593"/>
                  <a:pt x="2887909" y="22940"/>
                  <a:pt x="2743200" y="18288"/>
                </a:cubicBezTo>
                <a:cubicBezTo>
                  <a:pt x="2598491" y="13636"/>
                  <a:pt x="2362615" y="10656"/>
                  <a:pt x="1988820" y="18288"/>
                </a:cubicBezTo>
                <a:cubicBezTo>
                  <a:pt x="1615025" y="25920"/>
                  <a:pt x="1580494" y="3693"/>
                  <a:pt x="1405890" y="18288"/>
                </a:cubicBezTo>
                <a:cubicBezTo>
                  <a:pt x="1231286" y="32884"/>
                  <a:pt x="885259" y="-16285"/>
                  <a:pt x="651510" y="18288"/>
                </a:cubicBezTo>
                <a:cubicBezTo>
                  <a:pt x="417761" y="52861"/>
                  <a:pt x="138362" y="-13856"/>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8C4A819-0A5A-7ECB-E6EF-CE0C57CE27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240030" y="2638073"/>
            <a:ext cx="8661654" cy="3577150"/>
          </a:xfrm>
          <a:prstGeom prst="rect">
            <a:avLst/>
          </a:prstGeom>
          <a:noFill/>
        </p:spPr>
      </p:pic>
      <p:sp>
        <p:nvSpPr>
          <p:cNvPr id="5" name="Slide Number Placeholder 4">
            <a:extLst>
              <a:ext uri="{FF2B5EF4-FFF2-40B4-BE49-F238E27FC236}">
                <a16:creationId xmlns:a16="http://schemas.microsoft.com/office/drawing/2014/main" id="{E82048E0-3040-C466-E331-B2B46421C9C9}"/>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6" name="TextBox 5">
            <a:extLst>
              <a:ext uri="{FF2B5EF4-FFF2-40B4-BE49-F238E27FC236}">
                <a16:creationId xmlns:a16="http://schemas.microsoft.com/office/drawing/2014/main" id="{BC653375-097E-BC0F-F711-358B4A89EE33}"/>
              </a:ext>
            </a:extLst>
          </p:cNvPr>
          <p:cNvSpPr txBox="1"/>
          <p:nvPr/>
        </p:nvSpPr>
        <p:spPr>
          <a:xfrm>
            <a:off x="1389183" y="1938942"/>
            <a:ext cx="5908431" cy="369332"/>
          </a:xfrm>
          <a:prstGeom prst="rect">
            <a:avLst/>
          </a:prstGeom>
          <a:noFill/>
        </p:spPr>
        <p:txBody>
          <a:bodyPr wrap="square">
            <a:spAutoFit/>
          </a:bodyPr>
          <a:lstStyle/>
          <a:p>
            <a:r>
              <a:rPr lang="en-US" dirty="0"/>
              <a:t>Represents Controllers, Services, Models, and Repositories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160" y="457200"/>
            <a:ext cx="8963778" cy="1368614"/>
          </a:xfrm>
        </p:spPr>
        <p:txBody>
          <a:bodyPr vert="horz" lIns="91440" tIns="45720" rIns="91440" bIns="45720" rtlCol="0" anchor="ctr">
            <a:noAutofit/>
          </a:bodyPr>
          <a:lstStyle/>
          <a:p>
            <a:pPr defTabSz="914400">
              <a:lnSpc>
                <a:spcPct val="90000"/>
              </a:lnSpc>
            </a:pPr>
            <a:r>
              <a:rPr lang="en-US" sz="5400" dirty="0"/>
              <a:t>Sequence: Chatbot Response Flow</a:t>
            </a:r>
          </a:p>
        </p:txBody>
      </p:sp>
      <p:sp>
        <p:nvSpPr>
          <p:cNvPr id="18"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560" y="1850683"/>
            <a:ext cx="2468880" cy="18288"/>
          </a:xfrm>
          <a:custGeom>
            <a:avLst/>
            <a:gdLst>
              <a:gd name="csX0" fmla="*/ 0 w 2468880"/>
              <a:gd name="csY0" fmla="*/ 0 h 18288"/>
              <a:gd name="csX1" fmla="*/ 592531 w 2468880"/>
              <a:gd name="csY1" fmla="*/ 0 h 18288"/>
              <a:gd name="csX2" fmla="*/ 1160374 w 2468880"/>
              <a:gd name="csY2" fmla="*/ 0 h 18288"/>
              <a:gd name="csX3" fmla="*/ 1728216 w 2468880"/>
              <a:gd name="csY3" fmla="*/ 0 h 18288"/>
              <a:gd name="csX4" fmla="*/ 2468880 w 2468880"/>
              <a:gd name="csY4" fmla="*/ 0 h 18288"/>
              <a:gd name="csX5" fmla="*/ 2468880 w 2468880"/>
              <a:gd name="csY5" fmla="*/ 18288 h 18288"/>
              <a:gd name="csX6" fmla="*/ 1802282 w 2468880"/>
              <a:gd name="csY6" fmla="*/ 18288 h 18288"/>
              <a:gd name="csX7" fmla="*/ 1209751 w 2468880"/>
              <a:gd name="csY7" fmla="*/ 18288 h 18288"/>
              <a:gd name="csX8" fmla="*/ 641909 w 2468880"/>
              <a:gd name="csY8" fmla="*/ 18288 h 18288"/>
              <a:gd name="csX9" fmla="*/ 0 w 2468880"/>
              <a:gd name="csY9" fmla="*/ 18288 h 18288"/>
              <a:gd name="csX10" fmla="*/ 0 w 2468880"/>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68880" h="18288" fill="none" extrusionOk="0">
                <a:moveTo>
                  <a:pt x="0" y="0"/>
                </a:moveTo>
                <a:cubicBezTo>
                  <a:pt x="171523" y="-1510"/>
                  <a:pt x="416079" y="20036"/>
                  <a:pt x="592531" y="0"/>
                </a:cubicBezTo>
                <a:cubicBezTo>
                  <a:pt x="768983" y="-20036"/>
                  <a:pt x="878305" y="13110"/>
                  <a:pt x="1160374" y="0"/>
                </a:cubicBezTo>
                <a:cubicBezTo>
                  <a:pt x="1442443" y="-13110"/>
                  <a:pt x="1612108" y="24695"/>
                  <a:pt x="1728216" y="0"/>
                </a:cubicBezTo>
                <a:cubicBezTo>
                  <a:pt x="1844324" y="-24695"/>
                  <a:pt x="2271040" y="20667"/>
                  <a:pt x="2468880" y="0"/>
                </a:cubicBezTo>
                <a:cubicBezTo>
                  <a:pt x="2468302" y="4771"/>
                  <a:pt x="2469633" y="12323"/>
                  <a:pt x="2468880" y="18288"/>
                </a:cubicBezTo>
                <a:cubicBezTo>
                  <a:pt x="2229297" y="-14659"/>
                  <a:pt x="2066775" y="30253"/>
                  <a:pt x="1802282" y="18288"/>
                </a:cubicBezTo>
                <a:cubicBezTo>
                  <a:pt x="1537789" y="6323"/>
                  <a:pt x="1379930" y="22266"/>
                  <a:pt x="1209751" y="18288"/>
                </a:cubicBezTo>
                <a:cubicBezTo>
                  <a:pt x="1039572" y="14310"/>
                  <a:pt x="837025" y="12850"/>
                  <a:pt x="641909" y="18288"/>
                </a:cubicBezTo>
                <a:cubicBezTo>
                  <a:pt x="446793" y="23726"/>
                  <a:pt x="170561" y="18472"/>
                  <a:pt x="0" y="18288"/>
                </a:cubicBezTo>
                <a:cubicBezTo>
                  <a:pt x="841" y="12879"/>
                  <a:pt x="-726" y="3977"/>
                  <a:pt x="0" y="0"/>
                </a:cubicBezTo>
                <a:close/>
              </a:path>
              <a:path w="2468880" h="18288" stroke="0" extrusionOk="0">
                <a:moveTo>
                  <a:pt x="0" y="0"/>
                </a:moveTo>
                <a:cubicBezTo>
                  <a:pt x="190931" y="24910"/>
                  <a:pt x="333688" y="11559"/>
                  <a:pt x="567842" y="0"/>
                </a:cubicBezTo>
                <a:cubicBezTo>
                  <a:pt x="801996" y="-11559"/>
                  <a:pt x="939971" y="-5677"/>
                  <a:pt x="1234440" y="0"/>
                </a:cubicBezTo>
                <a:cubicBezTo>
                  <a:pt x="1528909" y="5677"/>
                  <a:pt x="1658539" y="5184"/>
                  <a:pt x="1777594" y="0"/>
                </a:cubicBezTo>
                <a:cubicBezTo>
                  <a:pt x="1896649" y="-5184"/>
                  <a:pt x="2186164" y="23915"/>
                  <a:pt x="2468880" y="0"/>
                </a:cubicBezTo>
                <a:cubicBezTo>
                  <a:pt x="2468266" y="8857"/>
                  <a:pt x="2469384" y="13619"/>
                  <a:pt x="2468880" y="18288"/>
                </a:cubicBezTo>
                <a:cubicBezTo>
                  <a:pt x="2271330" y="36599"/>
                  <a:pt x="2001027" y="31554"/>
                  <a:pt x="1876349" y="18288"/>
                </a:cubicBezTo>
                <a:cubicBezTo>
                  <a:pt x="1751671" y="5022"/>
                  <a:pt x="1364652" y="15063"/>
                  <a:pt x="1209751" y="18288"/>
                </a:cubicBezTo>
                <a:cubicBezTo>
                  <a:pt x="1054850" y="21513"/>
                  <a:pt x="748438" y="20074"/>
                  <a:pt x="617220" y="18288"/>
                </a:cubicBezTo>
                <a:cubicBezTo>
                  <a:pt x="486002" y="16502"/>
                  <a:pt x="237432" y="27200"/>
                  <a:pt x="0" y="18288"/>
                </a:cubicBezTo>
                <a:cubicBezTo>
                  <a:pt x="-487" y="10816"/>
                  <a:pt x="-839" y="605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ECDB02B-1B68-F378-30EE-4F861DB8F3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281428" y="2227348"/>
            <a:ext cx="6795912" cy="4480560"/>
          </a:xfrm>
          <a:prstGeom prst="rect">
            <a:avLst/>
          </a:prstGeom>
          <a:noFill/>
        </p:spPr>
      </p:pic>
      <p:sp>
        <p:nvSpPr>
          <p:cNvPr id="6" name="Slide Number Placeholder 5">
            <a:extLst>
              <a:ext uri="{FF2B5EF4-FFF2-40B4-BE49-F238E27FC236}">
                <a16:creationId xmlns:a16="http://schemas.microsoft.com/office/drawing/2014/main" id="{A0EAB0BB-B5EE-E623-A299-DF60488F8E07}"/>
              </a:ext>
            </a:extLst>
          </p:cNvPr>
          <p:cNvSpPr>
            <a:spLocks noGrp="1"/>
          </p:cNvSpPr>
          <p:nvPr>
            <p:ph type="sldNum" sz="quarter" idx="12"/>
          </p:nvPr>
        </p:nvSpPr>
        <p:spPr/>
        <p:txBody>
          <a:bodyPr/>
          <a:lstStyle/>
          <a:p>
            <a:fld id="{C1FF6DA9-008F-8B48-92A6-B652298478BF}" type="slidenum">
              <a:rPr lang="en-US" smtClean="0"/>
              <a:t>7</a:t>
            </a:fld>
            <a:endParaRPr lang="en-US"/>
          </a:p>
        </p:txBody>
      </p:sp>
      <p:sp>
        <p:nvSpPr>
          <p:cNvPr id="8" name="TextBox 7">
            <a:extLst>
              <a:ext uri="{FF2B5EF4-FFF2-40B4-BE49-F238E27FC236}">
                <a16:creationId xmlns:a16="http://schemas.microsoft.com/office/drawing/2014/main" id="{FE53BDBB-B603-B895-C590-A48F51133579}"/>
              </a:ext>
            </a:extLst>
          </p:cNvPr>
          <p:cNvSpPr txBox="1"/>
          <p:nvPr/>
        </p:nvSpPr>
        <p:spPr>
          <a:xfrm>
            <a:off x="5982397" y="1494183"/>
            <a:ext cx="3161603" cy="107721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285750" indent="-285750">
              <a:buFont typeface="Wingdings" panose="05000000000000000000" pitchFamily="2" charset="2"/>
              <a:buChar char="ü"/>
            </a:pPr>
            <a:r>
              <a:rPr lang="en-US" sz="1600" dirty="0"/>
              <a:t>User sends message</a:t>
            </a:r>
          </a:p>
          <a:p>
            <a:pPr marL="285750" indent="-285750">
              <a:buFont typeface="Wingdings" panose="05000000000000000000" pitchFamily="2" charset="2"/>
              <a:buChar char="ü"/>
            </a:pPr>
            <a:r>
              <a:rPr lang="en-US" sz="1600" dirty="0"/>
              <a:t>Backend retrieves knowledge chunks</a:t>
            </a:r>
          </a:p>
          <a:p>
            <a:pPr marL="285750" indent="-285750">
              <a:buFont typeface="Wingdings" panose="05000000000000000000" pitchFamily="2" charset="2"/>
              <a:buChar char="ü"/>
            </a:pPr>
            <a:r>
              <a:rPr lang="en-US" sz="1600" dirty="0"/>
              <a:t>OpenAI generates response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B3E8C0-15FA-D3E0-D250-3D43E58FF03C}"/>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D6313C-593B-9FFE-EE0E-4FD8F1FF270B}"/>
              </a:ext>
            </a:extLst>
          </p:cNvPr>
          <p:cNvSpPr>
            <a:spLocks noGrp="1"/>
          </p:cNvSpPr>
          <p:nvPr>
            <p:ph type="title"/>
          </p:nvPr>
        </p:nvSpPr>
        <p:spPr>
          <a:xfrm>
            <a:off x="479160" y="457200"/>
            <a:ext cx="8182230" cy="1368614"/>
          </a:xfrm>
        </p:spPr>
        <p:txBody>
          <a:bodyPr vert="horz" lIns="91440" tIns="45720" rIns="91440" bIns="45720" rtlCol="0" anchor="ctr">
            <a:noAutofit/>
          </a:bodyPr>
          <a:lstStyle/>
          <a:p>
            <a:pPr defTabSz="914400">
              <a:lnSpc>
                <a:spcPct val="90000"/>
              </a:lnSpc>
            </a:pPr>
            <a:r>
              <a:rPr lang="en-US" sz="5400" dirty="0"/>
              <a:t>Sequence: Chatbot Creation Flow</a:t>
            </a:r>
          </a:p>
        </p:txBody>
      </p:sp>
      <p:sp>
        <p:nvSpPr>
          <p:cNvPr id="18"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560" y="1850683"/>
            <a:ext cx="2468880" cy="18288"/>
          </a:xfrm>
          <a:custGeom>
            <a:avLst/>
            <a:gdLst>
              <a:gd name="csX0" fmla="*/ 0 w 2468880"/>
              <a:gd name="csY0" fmla="*/ 0 h 18288"/>
              <a:gd name="csX1" fmla="*/ 592531 w 2468880"/>
              <a:gd name="csY1" fmla="*/ 0 h 18288"/>
              <a:gd name="csX2" fmla="*/ 1160374 w 2468880"/>
              <a:gd name="csY2" fmla="*/ 0 h 18288"/>
              <a:gd name="csX3" fmla="*/ 1728216 w 2468880"/>
              <a:gd name="csY3" fmla="*/ 0 h 18288"/>
              <a:gd name="csX4" fmla="*/ 2468880 w 2468880"/>
              <a:gd name="csY4" fmla="*/ 0 h 18288"/>
              <a:gd name="csX5" fmla="*/ 2468880 w 2468880"/>
              <a:gd name="csY5" fmla="*/ 18288 h 18288"/>
              <a:gd name="csX6" fmla="*/ 1802282 w 2468880"/>
              <a:gd name="csY6" fmla="*/ 18288 h 18288"/>
              <a:gd name="csX7" fmla="*/ 1209751 w 2468880"/>
              <a:gd name="csY7" fmla="*/ 18288 h 18288"/>
              <a:gd name="csX8" fmla="*/ 641909 w 2468880"/>
              <a:gd name="csY8" fmla="*/ 18288 h 18288"/>
              <a:gd name="csX9" fmla="*/ 0 w 2468880"/>
              <a:gd name="csY9" fmla="*/ 18288 h 18288"/>
              <a:gd name="csX10" fmla="*/ 0 w 2468880"/>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68880" h="18288" fill="none" extrusionOk="0">
                <a:moveTo>
                  <a:pt x="0" y="0"/>
                </a:moveTo>
                <a:cubicBezTo>
                  <a:pt x="171523" y="-1510"/>
                  <a:pt x="416079" y="20036"/>
                  <a:pt x="592531" y="0"/>
                </a:cubicBezTo>
                <a:cubicBezTo>
                  <a:pt x="768983" y="-20036"/>
                  <a:pt x="878305" y="13110"/>
                  <a:pt x="1160374" y="0"/>
                </a:cubicBezTo>
                <a:cubicBezTo>
                  <a:pt x="1442443" y="-13110"/>
                  <a:pt x="1612108" y="24695"/>
                  <a:pt x="1728216" y="0"/>
                </a:cubicBezTo>
                <a:cubicBezTo>
                  <a:pt x="1844324" y="-24695"/>
                  <a:pt x="2271040" y="20667"/>
                  <a:pt x="2468880" y="0"/>
                </a:cubicBezTo>
                <a:cubicBezTo>
                  <a:pt x="2468302" y="4771"/>
                  <a:pt x="2469633" y="12323"/>
                  <a:pt x="2468880" y="18288"/>
                </a:cubicBezTo>
                <a:cubicBezTo>
                  <a:pt x="2229297" y="-14659"/>
                  <a:pt x="2066775" y="30253"/>
                  <a:pt x="1802282" y="18288"/>
                </a:cubicBezTo>
                <a:cubicBezTo>
                  <a:pt x="1537789" y="6323"/>
                  <a:pt x="1379930" y="22266"/>
                  <a:pt x="1209751" y="18288"/>
                </a:cubicBezTo>
                <a:cubicBezTo>
                  <a:pt x="1039572" y="14310"/>
                  <a:pt x="837025" y="12850"/>
                  <a:pt x="641909" y="18288"/>
                </a:cubicBezTo>
                <a:cubicBezTo>
                  <a:pt x="446793" y="23726"/>
                  <a:pt x="170561" y="18472"/>
                  <a:pt x="0" y="18288"/>
                </a:cubicBezTo>
                <a:cubicBezTo>
                  <a:pt x="841" y="12879"/>
                  <a:pt x="-726" y="3977"/>
                  <a:pt x="0" y="0"/>
                </a:cubicBezTo>
                <a:close/>
              </a:path>
              <a:path w="2468880" h="18288" stroke="0" extrusionOk="0">
                <a:moveTo>
                  <a:pt x="0" y="0"/>
                </a:moveTo>
                <a:cubicBezTo>
                  <a:pt x="190931" y="24910"/>
                  <a:pt x="333688" y="11559"/>
                  <a:pt x="567842" y="0"/>
                </a:cubicBezTo>
                <a:cubicBezTo>
                  <a:pt x="801996" y="-11559"/>
                  <a:pt x="939971" y="-5677"/>
                  <a:pt x="1234440" y="0"/>
                </a:cubicBezTo>
                <a:cubicBezTo>
                  <a:pt x="1528909" y="5677"/>
                  <a:pt x="1658539" y="5184"/>
                  <a:pt x="1777594" y="0"/>
                </a:cubicBezTo>
                <a:cubicBezTo>
                  <a:pt x="1896649" y="-5184"/>
                  <a:pt x="2186164" y="23915"/>
                  <a:pt x="2468880" y="0"/>
                </a:cubicBezTo>
                <a:cubicBezTo>
                  <a:pt x="2468266" y="8857"/>
                  <a:pt x="2469384" y="13619"/>
                  <a:pt x="2468880" y="18288"/>
                </a:cubicBezTo>
                <a:cubicBezTo>
                  <a:pt x="2271330" y="36599"/>
                  <a:pt x="2001027" y="31554"/>
                  <a:pt x="1876349" y="18288"/>
                </a:cubicBezTo>
                <a:cubicBezTo>
                  <a:pt x="1751671" y="5022"/>
                  <a:pt x="1364652" y="15063"/>
                  <a:pt x="1209751" y="18288"/>
                </a:cubicBezTo>
                <a:cubicBezTo>
                  <a:pt x="1054850" y="21513"/>
                  <a:pt x="748438" y="20074"/>
                  <a:pt x="617220" y="18288"/>
                </a:cubicBezTo>
                <a:cubicBezTo>
                  <a:pt x="486002" y="16502"/>
                  <a:pt x="237432" y="27200"/>
                  <a:pt x="0" y="18288"/>
                </a:cubicBezTo>
                <a:cubicBezTo>
                  <a:pt x="-487" y="10816"/>
                  <a:pt x="-839" y="605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1F64D85-C071-242D-2992-66908F552C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85801" y="2020549"/>
            <a:ext cx="7526866" cy="4696710"/>
          </a:xfrm>
          <a:prstGeom prst="rect">
            <a:avLst/>
          </a:prstGeom>
          <a:noFill/>
        </p:spPr>
      </p:pic>
      <p:sp>
        <p:nvSpPr>
          <p:cNvPr id="6" name="Slide Number Placeholder 5">
            <a:extLst>
              <a:ext uri="{FF2B5EF4-FFF2-40B4-BE49-F238E27FC236}">
                <a16:creationId xmlns:a16="http://schemas.microsoft.com/office/drawing/2014/main" id="{27722DA5-3EB3-AC29-A025-EB8A8E159B57}"/>
              </a:ext>
            </a:extLst>
          </p:cNvPr>
          <p:cNvSpPr>
            <a:spLocks noGrp="1"/>
          </p:cNvSpPr>
          <p:nvPr>
            <p:ph type="sldNum" sz="quarter" idx="12"/>
          </p:nvPr>
        </p:nvSpPr>
        <p:spPr/>
        <p:txBody>
          <a:bodyPr/>
          <a:lstStyle/>
          <a:p>
            <a:fld id="{C1FF6DA9-008F-8B48-92A6-B652298478BF}" type="slidenum">
              <a:rPr lang="en-US" smtClean="0"/>
              <a:t>8</a:t>
            </a:fld>
            <a:endParaRPr lang="en-US"/>
          </a:p>
        </p:txBody>
      </p:sp>
      <p:sp>
        <p:nvSpPr>
          <p:cNvPr id="7" name="TextBox 6">
            <a:extLst>
              <a:ext uri="{FF2B5EF4-FFF2-40B4-BE49-F238E27FC236}">
                <a16:creationId xmlns:a16="http://schemas.microsoft.com/office/drawing/2014/main" id="{C9090788-94E5-B77B-B60E-1500E58B78C1}"/>
              </a:ext>
            </a:extLst>
          </p:cNvPr>
          <p:cNvSpPr txBox="1"/>
          <p:nvPr/>
        </p:nvSpPr>
        <p:spPr>
          <a:xfrm>
            <a:off x="6135824" y="1418143"/>
            <a:ext cx="2968351"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defPPr>
              <a:defRPr lang="en-US"/>
            </a:defPPr>
            <a:lvl1pPr marL="285750" indent="-285750">
              <a:buFont typeface="Wingdings" panose="05000000000000000000" pitchFamily="2" charset="2"/>
              <a:buChar char="ü"/>
              <a:defRPr sz="16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User creates bot</a:t>
            </a:r>
          </a:p>
          <a:p>
            <a:r>
              <a:rPr lang="en-US" dirty="0"/>
              <a:t>Knowledge is processed</a:t>
            </a:r>
          </a:p>
          <a:p>
            <a:r>
              <a:rPr lang="en-US" dirty="0"/>
              <a:t>Data stored in database</a:t>
            </a:r>
          </a:p>
        </p:txBody>
      </p:sp>
    </p:spTree>
    <p:extLst>
      <p:ext uri="{BB962C8B-B14F-4D97-AF65-F5344CB8AC3E}">
        <p14:creationId xmlns:p14="http://schemas.microsoft.com/office/powerpoint/2010/main" val="2819510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EAC5D6-BA68-4C02-C0F4-D92924587478}"/>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4B5E5B-173D-2AAC-AE65-B3C9F0A1DEB7}"/>
              </a:ext>
            </a:extLst>
          </p:cNvPr>
          <p:cNvSpPr>
            <a:spLocks noGrp="1"/>
          </p:cNvSpPr>
          <p:nvPr>
            <p:ph type="title"/>
          </p:nvPr>
        </p:nvSpPr>
        <p:spPr>
          <a:xfrm>
            <a:off x="479160" y="457200"/>
            <a:ext cx="8182230" cy="1368614"/>
          </a:xfrm>
        </p:spPr>
        <p:txBody>
          <a:bodyPr vert="horz" lIns="91440" tIns="45720" rIns="91440" bIns="45720" rtlCol="0" anchor="ctr">
            <a:normAutofit fontScale="90000"/>
          </a:bodyPr>
          <a:lstStyle/>
          <a:p>
            <a:pPr defTabSz="914400">
              <a:lnSpc>
                <a:spcPct val="90000"/>
              </a:lnSpc>
            </a:pPr>
            <a:r>
              <a:rPr lang="en-US" sz="6000" dirty="0"/>
              <a:t>Sequence: Public Chat Flow</a:t>
            </a:r>
            <a:endParaRPr lang="en-US" sz="5700" dirty="0"/>
          </a:p>
        </p:txBody>
      </p:sp>
      <p:sp>
        <p:nvSpPr>
          <p:cNvPr id="18"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560" y="1850683"/>
            <a:ext cx="2468880" cy="18288"/>
          </a:xfrm>
          <a:custGeom>
            <a:avLst/>
            <a:gdLst>
              <a:gd name="csX0" fmla="*/ 0 w 2468880"/>
              <a:gd name="csY0" fmla="*/ 0 h 18288"/>
              <a:gd name="csX1" fmla="*/ 592531 w 2468880"/>
              <a:gd name="csY1" fmla="*/ 0 h 18288"/>
              <a:gd name="csX2" fmla="*/ 1160374 w 2468880"/>
              <a:gd name="csY2" fmla="*/ 0 h 18288"/>
              <a:gd name="csX3" fmla="*/ 1728216 w 2468880"/>
              <a:gd name="csY3" fmla="*/ 0 h 18288"/>
              <a:gd name="csX4" fmla="*/ 2468880 w 2468880"/>
              <a:gd name="csY4" fmla="*/ 0 h 18288"/>
              <a:gd name="csX5" fmla="*/ 2468880 w 2468880"/>
              <a:gd name="csY5" fmla="*/ 18288 h 18288"/>
              <a:gd name="csX6" fmla="*/ 1802282 w 2468880"/>
              <a:gd name="csY6" fmla="*/ 18288 h 18288"/>
              <a:gd name="csX7" fmla="*/ 1209751 w 2468880"/>
              <a:gd name="csY7" fmla="*/ 18288 h 18288"/>
              <a:gd name="csX8" fmla="*/ 641909 w 2468880"/>
              <a:gd name="csY8" fmla="*/ 18288 h 18288"/>
              <a:gd name="csX9" fmla="*/ 0 w 2468880"/>
              <a:gd name="csY9" fmla="*/ 18288 h 18288"/>
              <a:gd name="csX10" fmla="*/ 0 w 2468880"/>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68880" h="18288" fill="none" extrusionOk="0">
                <a:moveTo>
                  <a:pt x="0" y="0"/>
                </a:moveTo>
                <a:cubicBezTo>
                  <a:pt x="171523" y="-1510"/>
                  <a:pt x="416079" y="20036"/>
                  <a:pt x="592531" y="0"/>
                </a:cubicBezTo>
                <a:cubicBezTo>
                  <a:pt x="768983" y="-20036"/>
                  <a:pt x="878305" y="13110"/>
                  <a:pt x="1160374" y="0"/>
                </a:cubicBezTo>
                <a:cubicBezTo>
                  <a:pt x="1442443" y="-13110"/>
                  <a:pt x="1612108" y="24695"/>
                  <a:pt x="1728216" y="0"/>
                </a:cubicBezTo>
                <a:cubicBezTo>
                  <a:pt x="1844324" y="-24695"/>
                  <a:pt x="2271040" y="20667"/>
                  <a:pt x="2468880" y="0"/>
                </a:cubicBezTo>
                <a:cubicBezTo>
                  <a:pt x="2468302" y="4771"/>
                  <a:pt x="2469633" y="12323"/>
                  <a:pt x="2468880" y="18288"/>
                </a:cubicBezTo>
                <a:cubicBezTo>
                  <a:pt x="2229297" y="-14659"/>
                  <a:pt x="2066775" y="30253"/>
                  <a:pt x="1802282" y="18288"/>
                </a:cubicBezTo>
                <a:cubicBezTo>
                  <a:pt x="1537789" y="6323"/>
                  <a:pt x="1379930" y="22266"/>
                  <a:pt x="1209751" y="18288"/>
                </a:cubicBezTo>
                <a:cubicBezTo>
                  <a:pt x="1039572" y="14310"/>
                  <a:pt x="837025" y="12850"/>
                  <a:pt x="641909" y="18288"/>
                </a:cubicBezTo>
                <a:cubicBezTo>
                  <a:pt x="446793" y="23726"/>
                  <a:pt x="170561" y="18472"/>
                  <a:pt x="0" y="18288"/>
                </a:cubicBezTo>
                <a:cubicBezTo>
                  <a:pt x="841" y="12879"/>
                  <a:pt x="-726" y="3977"/>
                  <a:pt x="0" y="0"/>
                </a:cubicBezTo>
                <a:close/>
              </a:path>
              <a:path w="2468880" h="18288" stroke="0" extrusionOk="0">
                <a:moveTo>
                  <a:pt x="0" y="0"/>
                </a:moveTo>
                <a:cubicBezTo>
                  <a:pt x="190931" y="24910"/>
                  <a:pt x="333688" y="11559"/>
                  <a:pt x="567842" y="0"/>
                </a:cubicBezTo>
                <a:cubicBezTo>
                  <a:pt x="801996" y="-11559"/>
                  <a:pt x="939971" y="-5677"/>
                  <a:pt x="1234440" y="0"/>
                </a:cubicBezTo>
                <a:cubicBezTo>
                  <a:pt x="1528909" y="5677"/>
                  <a:pt x="1658539" y="5184"/>
                  <a:pt x="1777594" y="0"/>
                </a:cubicBezTo>
                <a:cubicBezTo>
                  <a:pt x="1896649" y="-5184"/>
                  <a:pt x="2186164" y="23915"/>
                  <a:pt x="2468880" y="0"/>
                </a:cubicBezTo>
                <a:cubicBezTo>
                  <a:pt x="2468266" y="8857"/>
                  <a:pt x="2469384" y="13619"/>
                  <a:pt x="2468880" y="18288"/>
                </a:cubicBezTo>
                <a:cubicBezTo>
                  <a:pt x="2271330" y="36599"/>
                  <a:pt x="2001027" y="31554"/>
                  <a:pt x="1876349" y="18288"/>
                </a:cubicBezTo>
                <a:cubicBezTo>
                  <a:pt x="1751671" y="5022"/>
                  <a:pt x="1364652" y="15063"/>
                  <a:pt x="1209751" y="18288"/>
                </a:cubicBezTo>
                <a:cubicBezTo>
                  <a:pt x="1054850" y="21513"/>
                  <a:pt x="748438" y="20074"/>
                  <a:pt x="617220" y="18288"/>
                </a:cubicBezTo>
                <a:cubicBezTo>
                  <a:pt x="486002" y="16502"/>
                  <a:pt x="237432" y="27200"/>
                  <a:pt x="0" y="18288"/>
                </a:cubicBezTo>
                <a:cubicBezTo>
                  <a:pt x="-487" y="10816"/>
                  <a:pt x="-839" y="605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8DE61E6-6F27-17EC-C6BE-9C1F5EF1F4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62771" y="2000844"/>
            <a:ext cx="8018457" cy="4573727"/>
          </a:xfrm>
          <a:prstGeom prst="rect">
            <a:avLst/>
          </a:prstGeom>
          <a:noFill/>
        </p:spPr>
      </p:pic>
      <p:sp>
        <p:nvSpPr>
          <p:cNvPr id="6" name="Slide Number Placeholder 5">
            <a:extLst>
              <a:ext uri="{FF2B5EF4-FFF2-40B4-BE49-F238E27FC236}">
                <a16:creationId xmlns:a16="http://schemas.microsoft.com/office/drawing/2014/main" id="{4DB2AEE2-42FE-445C-528C-4B551C7AD392}"/>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5" name="TextBox 4">
            <a:extLst>
              <a:ext uri="{FF2B5EF4-FFF2-40B4-BE49-F238E27FC236}">
                <a16:creationId xmlns:a16="http://schemas.microsoft.com/office/drawing/2014/main" id="{5BBE0783-6061-EDBE-CD7F-C6C373C8E860}"/>
              </a:ext>
            </a:extLst>
          </p:cNvPr>
          <p:cNvSpPr txBox="1"/>
          <p:nvPr/>
        </p:nvSpPr>
        <p:spPr>
          <a:xfrm>
            <a:off x="6066549" y="1463190"/>
            <a:ext cx="2875084" cy="86177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defPPr>
              <a:defRPr lang="en-US"/>
            </a:defPPr>
            <a:lvl1pPr marL="285750" indent="-285750">
              <a:buFont typeface="Wingdings" panose="05000000000000000000" pitchFamily="2" charset="2"/>
              <a:buChar char="ü"/>
              <a:defRPr sz="16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Visitor accesses public link</a:t>
            </a:r>
          </a:p>
          <a:p>
            <a:r>
              <a:rPr lang="en-US" dirty="0"/>
              <a:t>Conversation tracked</a:t>
            </a:r>
          </a:p>
          <a:p>
            <a:r>
              <a:rPr lang="en-US" dirty="0"/>
              <a:t>Response generated</a:t>
            </a:r>
          </a:p>
        </p:txBody>
      </p:sp>
    </p:spTree>
    <p:extLst>
      <p:ext uri="{BB962C8B-B14F-4D97-AF65-F5344CB8AC3E}">
        <p14:creationId xmlns:p14="http://schemas.microsoft.com/office/powerpoint/2010/main" val="3001475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9834EB-59C0-0A7D-9DEA-35B93BEA1A3F}"/>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07E72A-62CB-2986-BB5B-89D818D07DA6}"/>
              </a:ext>
            </a:extLst>
          </p:cNvPr>
          <p:cNvSpPr>
            <a:spLocks noGrp="1"/>
          </p:cNvSpPr>
          <p:nvPr>
            <p:ph type="title"/>
          </p:nvPr>
        </p:nvSpPr>
        <p:spPr>
          <a:xfrm>
            <a:off x="479160" y="457200"/>
            <a:ext cx="8182230" cy="1368614"/>
          </a:xfrm>
        </p:spPr>
        <p:txBody>
          <a:bodyPr vert="horz" lIns="91440" tIns="45720" rIns="91440" bIns="45720" rtlCol="0" anchor="ctr">
            <a:normAutofit/>
          </a:bodyPr>
          <a:lstStyle/>
          <a:p>
            <a:pPr defTabSz="914400">
              <a:lnSpc>
                <a:spcPct val="90000"/>
              </a:lnSpc>
            </a:pPr>
            <a:r>
              <a:rPr lang="en-US" sz="6000" dirty="0"/>
              <a:t>Sequence: Publish Flow</a:t>
            </a:r>
            <a:endParaRPr lang="en-US" sz="5700" dirty="0"/>
          </a:p>
        </p:txBody>
      </p:sp>
      <p:sp>
        <p:nvSpPr>
          <p:cNvPr id="18"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560" y="1850683"/>
            <a:ext cx="2468880" cy="18288"/>
          </a:xfrm>
          <a:custGeom>
            <a:avLst/>
            <a:gdLst>
              <a:gd name="csX0" fmla="*/ 0 w 2468880"/>
              <a:gd name="csY0" fmla="*/ 0 h 18288"/>
              <a:gd name="csX1" fmla="*/ 592531 w 2468880"/>
              <a:gd name="csY1" fmla="*/ 0 h 18288"/>
              <a:gd name="csX2" fmla="*/ 1160374 w 2468880"/>
              <a:gd name="csY2" fmla="*/ 0 h 18288"/>
              <a:gd name="csX3" fmla="*/ 1728216 w 2468880"/>
              <a:gd name="csY3" fmla="*/ 0 h 18288"/>
              <a:gd name="csX4" fmla="*/ 2468880 w 2468880"/>
              <a:gd name="csY4" fmla="*/ 0 h 18288"/>
              <a:gd name="csX5" fmla="*/ 2468880 w 2468880"/>
              <a:gd name="csY5" fmla="*/ 18288 h 18288"/>
              <a:gd name="csX6" fmla="*/ 1802282 w 2468880"/>
              <a:gd name="csY6" fmla="*/ 18288 h 18288"/>
              <a:gd name="csX7" fmla="*/ 1209751 w 2468880"/>
              <a:gd name="csY7" fmla="*/ 18288 h 18288"/>
              <a:gd name="csX8" fmla="*/ 641909 w 2468880"/>
              <a:gd name="csY8" fmla="*/ 18288 h 18288"/>
              <a:gd name="csX9" fmla="*/ 0 w 2468880"/>
              <a:gd name="csY9" fmla="*/ 18288 h 18288"/>
              <a:gd name="csX10" fmla="*/ 0 w 2468880"/>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68880" h="18288" fill="none" extrusionOk="0">
                <a:moveTo>
                  <a:pt x="0" y="0"/>
                </a:moveTo>
                <a:cubicBezTo>
                  <a:pt x="171523" y="-1510"/>
                  <a:pt x="416079" y="20036"/>
                  <a:pt x="592531" y="0"/>
                </a:cubicBezTo>
                <a:cubicBezTo>
                  <a:pt x="768983" y="-20036"/>
                  <a:pt x="878305" y="13110"/>
                  <a:pt x="1160374" y="0"/>
                </a:cubicBezTo>
                <a:cubicBezTo>
                  <a:pt x="1442443" y="-13110"/>
                  <a:pt x="1612108" y="24695"/>
                  <a:pt x="1728216" y="0"/>
                </a:cubicBezTo>
                <a:cubicBezTo>
                  <a:pt x="1844324" y="-24695"/>
                  <a:pt x="2271040" y="20667"/>
                  <a:pt x="2468880" y="0"/>
                </a:cubicBezTo>
                <a:cubicBezTo>
                  <a:pt x="2468302" y="4771"/>
                  <a:pt x="2469633" y="12323"/>
                  <a:pt x="2468880" y="18288"/>
                </a:cubicBezTo>
                <a:cubicBezTo>
                  <a:pt x="2229297" y="-14659"/>
                  <a:pt x="2066775" y="30253"/>
                  <a:pt x="1802282" y="18288"/>
                </a:cubicBezTo>
                <a:cubicBezTo>
                  <a:pt x="1537789" y="6323"/>
                  <a:pt x="1379930" y="22266"/>
                  <a:pt x="1209751" y="18288"/>
                </a:cubicBezTo>
                <a:cubicBezTo>
                  <a:pt x="1039572" y="14310"/>
                  <a:pt x="837025" y="12850"/>
                  <a:pt x="641909" y="18288"/>
                </a:cubicBezTo>
                <a:cubicBezTo>
                  <a:pt x="446793" y="23726"/>
                  <a:pt x="170561" y="18472"/>
                  <a:pt x="0" y="18288"/>
                </a:cubicBezTo>
                <a:cubicBezTo>
                  <a:pt x="841" y="12879"/>
                  <a:pt x="-726" y="3977"/>
                  <a:pt x="0" y="0"/>
                </a:cubicBezTo>
                <a:close/>
              </a:path>
              <a:path w="2468880" h="18288" stroke="0" extrusionOk="0">
                <a:moveTo>
                  <a:pt x="0" y="0"/>
                </a:moveTo>
                <a:cubicBezTo>
                  <a:pt x="190931" y="24910"/>
                  <a:pt x="333688" y="11559"/>
                  <a:pt x="567842" y="0"/>
                </a:cubicBezTo>
                <a:cubicBezTo>
                  <a:pt x="801996" y="-11559"/>
                  <a:pt x="939971" y="-5677"/>
                  <a:pt x="1234440" y="0"/>
                </a:cubicBezTo>
                <a:cubicBezTo>
                  <a:pt x="1528909" y="5677"/>
                  <a:pt x="1658539" y="5184"/>
                  <a:pt x="1777594" y="0"/>
                </a:cubicBezTo>
                <a:cubicBezTo>
                  <a:pt x="1896649" y="-5184"/>
                  <a:pt x="2186164" y="23915"/>
                  <a:pt x="2468880" y="0"/>
                </a:cubicBezTo>
                <a:cubicBezTo>
                  <a:pt x="2468266" y="8857"/>
                  <a:pt x="2469384" y="13619"/>
                  <a:pt x="2468880" y="18288"/>
                </a:cubicBezTo>
                <a:cubicBezTo>
                  <a:pt x="2271330" y="36599"/>
                  <a:pt x="2001027" y="31554"/>
                  <a:pt x="1876349" y="18288"/>
                </a:cubicBezTo>
                <a:cubicBezTo>
                  <a:pt x="1751671" y="5022"/>
                  <a:pt x="1364652" y="15063"/>
                  <a:pt x="1209751" y="18288"/>
                </a:cubicBezTo>
                <a:cubicBezTo>
                  <a:pt x="1054850" y="21513"/>
                  <a:pt x="748438" y="20074"/>
                  <a:pt x="617220" y="18288"/>
                </a:cubicBezTo>
                <a:cubicBezTo>
                  <a:pt x="486002" y="16502"/>
                  <a:pt x="237432" y="27200"/>
                  <a:pt x="0" y="18288"/>
                </a:cubicBezTo>
                <a:cubicBezTo>
                  <a:pt x="-487" y="10816"/>
                  <a:pt x="-839" y="605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312A695-4B4A-628E-0A91-0B5B3604AE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213696" y="1953929"/>
            <a:ext cx="6397837" cy="4775955"/>
          </a:xfrm>
          <a:prstGeom prst="rect">
            <a:avLst/>
          </a:prstGeom>
          <a:noFill/>
        </p:spPr>
      </p:pic>
      <p:sp>
        <p:nvSpPr>
          <p:cNvPr id="6" name="Slide Number Placeholder 5">
            <a:extLst>
              <a:ext uri="{FF2B5EF4-FFF2-40B4-BE49-F238E27FC236}">
                <a16:creationId xmlns:a16="http://schemas.microsoft.com/office/drawing/2014/main" id="{C4B6223D-12B5-D876-943E-620C94DB3841}"/>
              </a:ext>
            </a:extLst>
          </p:cNvPr>
          <p:cNvSpPr>
            <a:spLocks noGrp="1"/>
          </p:cNvSpPr>
          <p:nvPr>
            <p:ph type="sldNum" sz="quarter" idx="12"/>
          </p:nvPr>
        </p:nvSpPr>
        <p:spPr/>
        <p:txBody>
          <a:bodyPr/>
          <a:lstStyle/>
          <a:p>
            <a:fld id="{C1FF6DA9-008F-8B48-92A6-B652298478BF}" type="slidenum">
              <a:rPr lang="en-US" smtClean="0"/>
              <a:t>10</a:t>
            </a:fld>
            <a:endParaRPr lang="en-US"/>
          </a:p>
        </p:txBody>
      </p:sp>
      <p:sp>
        <p:nvSpPr>
          <p:cNvPr id="5" name="TextBox 4">
            <a:extLst>
              <a:ext uri="{FF2B5EF4-FFF2-40B4-BE49-F238E27FC236}">
                <a16:creationId xmlns:a16="http://schemas.microsoft.com/office/drawing/2014/main" id="{98702443-59A2-93C9-7FBF-2ADF88F6DFFA}"/>
              </a:ext>
            </a:extLst>
          </p:cNvPr>
          <p:cNvSpPr txBox="1"/>
          <p:nvPr/>
        </p:nvSpPr>
        <p:spPr>
          <a:xfrm>
            <a:off x="6134100" y="1479885"/>
            <a:ext cx="2971800" cy="86177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defPPr>
              <a:defRPr lang="en-US"/>
            </a:defPPr>
            <a:lvl1pPr marL="285750" indent="-285750">
              <a:buFont typeface="Wingdings" panose="05000000000000000000" pitchFamily="2" charset="2"/>
              <a:buChar char="ü"/>
              <a:defRPr sz="16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Bot marked as published</a:t>
            </a:r>
          </a:p>
          <a:p>
            <a:r>
              <a:rPr lang="en-US" dirty="0"/>
              <a:t>Public token generated</a:t>
            </a:r>
          </a:p>
          <a:p>
            <a:r>
              <a:rPr lang="en-US" dirty="0"/>
              <a:t>Shareable link created</a:t>
            </a:r>
          </a:p>
        </p:txBody>
      </p:sp>
    </p:spTree>
    <p:extLst>
      <p:ext uri="{BB962C8B-B14F-4D97-AF65-F5344CB8AC3E}">
        <p14:creationId xmlns:p14="http://schemas.microsoft.com/office/powerpoint/2010/main" val="4143268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CFD48A-FD3D-2824-8179-02DD1DCD1609}"/>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495E09-0B06-4037-0DFA-D18DDF672EC6}"/>
              </a:ext>
            </a:extLst>
          </p:cNvPr>
          <p:cNvSpPr>
            <a:spLocks noGrp="1"/>
          </p:cNvSpPr>
          <p:nvPr>
            <p:ph type="title"/>
          </p:nvPr>
        </p:nvSpPr>
        <p:spPr>
          <a:xfrm>
            <a:off x="479160" y="457200"/>
            <a:ext cx="8182230" cy="1368614"/>
          </a:xfrm>
        </p:spPr>
        <p:txBody>
          <a:bodyPr vert="horz" lIns="91440" tIns="45720" rIns="91440" bIns="45720" rtlCol="0" anchor="ctr">
            <a:normAutofit/>
          </a:bodyPr>
          <a:lstStyle/>
          <a:p>
            <a:pPr defTabSz="914400">
              <a:lnSpc>
                <a:spcPct val="90000"/>
              </a:lnSpc>
            </a:pPr>
            <a:r>
              <a:rPr lang="en-US" sz="5700" dirty="0"/>
              <a:t>Sequence: View Analytic</a:t>
            </a:r>
          </a:p>
        </p:txBody>
      </p:sp>
      <p:sp>
        <p:nvSpPr>
          <p:cNvPr id="18"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560" y="1850683"/>
            <a:ext cx="2468880" cy="18288"/>
          </a:xfrm>
          <a:custGeom>
            <a:avLst/>
            <a:gdLst>
              <a:gd name="csX0" fmla="*/ 0 w 2468880"/>
              <a:gd name="csY0" fmla="*/ 0 h 18288"/>
              <a:gd name="csX1" fmla="*/ 592531 w 2468880"/>
              <a:gd name="csY1" fmla="*/ 0 h 18288"/>
              <a:gd name="csX2" fmla="*/ 1160374 w 2468880"/>
              <a:gd name="csY2" fmla="*/ 0 h 18288"/>
              <a:gd name="csX3" fmla="*/ 1728216 w 2468880"/>
              <a:gd name="csY3" fmla="*/ 0 h 18288"/>
              <a:gd name="csX4" fmla="*/ 2468880 w 2468880"/>
              <a:gd name="csY4" fmla="*/ 0 h 18288"/>
              <a:gd name="csX5" fmla="*/ 2468880 w 2468880"/>
              <a:gd name="csY5" fmla="*/ 18288 h 18288"/>
              <a:gd name="csX6" fmla="*/ 1802282 w 2468880"/>
              <a:gd name="csY6" fmla="*/ 18288 h 18288"/>
              <a:gd name="csX7" fmla="*/ 1209751 w 2468880"/>
              <a:gd name="csY7" fmla="*/ 18288 h 18288"/>
              <a:gd name="csX8" fmla="*/ 641909 w 2468880"/>
              <a:gd name="csY8" fmla="*/ 18288 h 18288"/>
              <a:gd name="csX9" fmla="*/ 0 w 2468880"/>
              <a:gd name="csY9" fmla="*/ 18288 h 18288"/>
              <a:gd name="csX10" fmla="*/ 0 w 2468880"/>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68880" h="18288" fill="none" extrusionOk="0">
                <a:moveTo>
                  <a:pt x="0" y="0"/>
                </a:moveTo>
                <a:cubicBezTo>
                  <a:pt x="171523" y="-1510"/>
                  <a:pt x="416079" y="20036"/>
                  <a:pt x="592531" y="0"/>
                </a:cubicBezTo>
                <a:cubicBezTo>
                  <a:pt x="768983" y="-20036"/>
                  <a:pt x="878305" y="13110"/>
                  <a:pt x="1160374" y="0"/>
                </a:cubicBezTo>
                <a:cubicBezTo>
                  <a:pt x="1442443" y="-13110"/>
                  <a:pt x="1612108" y="24695"/>
                  <a:pt x="1728216" y="0"/>
                </a:cubicBezTo>
                <a:cubicBezTo>
                  <a:pt x="1844324" y="-24695"/>
                  <a:pt x="2271040" y="20667"/>
                  <a:pt x="2468880" y="0"/>
                </a:cubicBezTo>
                <a:cubicBezTo>
                  <a:pt x="2468302" y="4771"/>
                  <a:pt x="2469633" y="12323"/>
                  <a:pt x="2468880" y="18288"/>
                </a:cubicBezTo>
                <a:cubicBezTo>
                  <a:pt x="2229297" y="-14659"/>
                  <a:pt x="2066775" y="30253"/>
                  <a:pt x="1802282" y="18288"/>
                </a:cubicBezTo>
                <a:cubicBezTo>
                  <a:pt x="1537789" y="6323"/>
                  <a:pt x="1379930" y="22266"/>
                  <a:pt x="1209751" y="18288"/>
                </a:cubicBezTo>
                <a:cubicBezTo>
                  <a:pt x="1039572" y="14310"/>
                  <a:pt x="837025" y="12850"/>
                  <a:pt x="641909" y="18288"/>
                </a:cubicBezTo>
                <a:cubicBezTo>
                  <a:pt x="446793" y="23726"/>
                  <a:pt x="170561" y="18472"/>
                  <a:pt x="0" y="18288"/>
                </a:cubicBezTo>
                <a:cubicBezTo>
                  <a:pt x="841" y="12879"/>
                  <a:pt x="-726" y="3977"/>
                  <a:pt x="0" y="0"/>
                </a:cubicBezTo>
                <a:close/>
              </a:path>
              <a:path w="2468880" h="18288" stroke="0" extrusionOk="0">
                <a:moveTo>
                  <a:pt x="0" y="0"/>
                </a:moveTo>
                <a:cubicBezTo>
                  <a:pt x="190931" y="24910"/>
                  <a:pt x="333688" y="11559"/>
                  <a:pt x="567842" y="0"/>
                </a:cubicBezTo>
                <a:cubicBezTo>
                  <a:pt x="801996" y="-11559"/>
                  <a:pt x="939971" y="-5677"/>
                  <a:pt x="1234440" y="0"/>
                </a:cubicBezTo>
                <a:cubicBezTo>
                  <a:pt x="1528909" y="5677"/>
                  <a:pt x="1658539" y="5184"/>
                  <a:pt x="1777594" y="0"/>
                </a:cubicBezTo>
                <a:cubicBezTo>
                  <a:pt x="1896649" y="-5184"/>
                  <a:pt x="2186164" y="23915"/>
                  <a:pt x="2468880" y="0"/>
                </a:cubicBezTo>
                <a:cubicBezTo>
                  <a:pt x="2468266" y="8857"/>
                  <a:pt x="2469384" y="13619"/>
                  <a:pt x="2468880" y="18288"/>
                </a:cubicBezTo>
                <a:cubicBezTo>
                  <a:pt x="2271330" y="36599"/>
                  <a:pt x="2001027" y="31554"/>
                  <a:pt x="1876349" y="18288"/>
                </a:cubicBezTo>
                <a:cubicBezTo>
                  <a:pt x="1751671" y="5022"/>
                  <a:pt x="1364652" y="15063"/>
                  <a:pt x="1209751" y="18288"/>
                </a:cubicBezTo>
                <a:cubicBezTo>
                  <a:pt x="1054850" y="21513"/>
                  <a:pt x="748438" y="20074"/>
                  <a:pt x="617220" y="18288"/>
                </a:cubicBezTo>
                <a:cubicBezTo>
                  <a:pt x="486002" y="16502"/>
                  <a:pt x="237432" y="27200"/>
                  <a:pt x="0" y="18288"/>
                </a:cubicBezTo>
                <a:cubicBezTo>
                  <a:pt x="-487" y="10816"/>
                  <a:pt x="-839" y="605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02CE673-D64A-2EFA-2D77-B4BB5D432C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85800" y="2119697"/>
            <a:ext cx="7526867" cy="4247201"/>
          </a:xfrm>
          <a:prstGeom prst="rect">
            <a:avLst/>
          </a:prstGeom>
          <a:noFill/>
        </p:spPr>
      </p:pic>
      <p:sp>
        <p:nvSpPr>
          <p:cNvPr id="6" name="Slide Number Placeholder 5">
            <a:extLst>
              <a:ext uri="{FF2B5EF4-FFF2-40B4-BE49-F238E27FC236}">
                <a16:creationId xmlns:a16="http://schemas.microsoft.com/office/drawing/2014/main" id="{D2B2693D-6173-CCAF-FA5D-C1091C8A0E9D}"/>
              </a:ext>
            </a:extLst>
          </p:cNvPr>
          <p:cNvSpPr>
            <a:spLocks noGrp="1"/>
          </p:cNvSpPr>
          <p:nvPr>
            <p:ph type="sldNum" sz="quarter" idx="12"/>
          </p:nvPr>
        </p:nvSpPr>
        <p:spPr/>
        <p:txBody>
          <a:bodyPr/>
          <a:lstStyle/>
          <a:p>
            <a:fld id="{C1FF6DA9-008F-8B48-92A6-B652298478BF}" type="slidenum">
              <a:rPr lang="en-US" smtClean="0"/>
              <a:t>11</a:t>
            </a:fld>
            <a:endParaRPr lang="en-US"/>
          </a:p>
        </p:txBody>
      </p:sp>
      <p:sp>
        <p:nvSpPr>
          <p:cNvPr id="3" name="TextBox 2">
            <a:extLst>
              <a:ext uri="{FF2B5EF4-FFF2-40B4-BE49-F238E27FC236}">
                <a16:creationId xmlns:a16="http://schemas.microsoft.com/office/drawing/2014/main" id="{2B265A00-8676-6B7C-A78E-FE651634F95E}"/>
              </a:ext>
            </a:extLst>
          </p:cNvPr>
          <p:cNvSpPr txBox="1"/>
          <p:nvPr/>
        </p:nvSpPr>
        <p:spPr>
          <a:xfrm>
            <a:off x="6125633" y="1523042"/>
            <a:ext cx="2971800" cy="83099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defPPr>
              <a:defRPr lang="en-US"/>
            </a:defPPr>
            <a:lvl1pPr marL="285750" indent="-285750">
              <a:buFont typeface="Wingdings" panose="05000000000000000000" pitchFamily="2" charset="2"/>
              <a:buChar char="ü"/>
              <a:defRPr sz="16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sz="1200" dirty="0"/>
              <a:t>Analytics request sent from frontend </a:t>
            </a:r>
          </a:p>
          <a:p>
            <a:r>
              <a:rPr lang="en-US" sz="1200" dirty="0"/>
              <a:t>Data retrieved and aggregated from bots, conversations, and messages </a:t>
            </a:r>
          </a:p>
          <a:p>
            <a:r>
              <a:rPr lang="en-US" sz="1200" dirty="0"/>
              <a:t>Charts and activity displayed to user </a:t>
            </a:r>
          </a:p>
        </p:txBody>
      </p:sp>
    </p:spTree>
    <p:extLst>
      <p:ext uri="{BB962C8B-B14F-4D97-AF65-F5344CB8AC3E}">
        <p14:creationId xmlns:p14="http://schemas.microsoft.com/office/powerpoint/2010/main" val="1030836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73321" y="329184"/>
            <a:ext cx="4688333" cy="1783080"/>
          </a:xfrm>
        </p:spPr>
        <p:txBody>
          <a:bodyPr anchor="b">
            <a:normAutofit/>
          </a:bodyPr>
          <a:lstStyle/>
          <a:p>
            <a:r>
              <a:rPr lang="en-US" sz="4700"/>
              <a:t>Demo Flow</a:t>
            </a:r>
          </a:p>
        </p:txBody>
      </p:sp>
      <p:pic>
        <p:nvPicPr>
          <p:cNvPr id="5" name="Picture 4" descr="Scribbles on a notebook">
            <a:extLst>
              <a:ext uri="{FF2B5EF4-FFF2-40B4-BE49-F238E27FC236}">
                <a16:creationId xmlns:a16="http://schemas.microsoft.com/office/drawing/2014/main" id="{CC8F0126-222D-0A4A-DF75-69629C04E56B}"/>
              </a:ext>
            </a:extLst>
          </p:cNvPr>
          <p:cNvPicPr>
            <a:picLocks noChangeAspect="1"/>
          </p:cNvPicPr>
          <p:nvPr/>
        </p:nvPicPr>
        <p:blipFill>
          <a:blip r:embed="rId3"/>
          <a:srcRect l="27149" r="37961" b="-1"/>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sX0" fmla="*/ 0 w 3182692"/>
              <a:gd name="csY0" fmla="*/ 0 h 18288"/>
              <a:gd name="csX1" fmla="*/ 636538 w 3182692"/>
              <a:gd name="csY1" fmla="*/ 0 h 18288"/>
              <a:gd name="csX2" fmla="*/ 1273077 w 3182692"/>
              <a:gd name="csY2" fmla="*/ 0 h 18288"/>
              <a:gd name="csX3" fmla="*/ 1909615 w 3182692"/>
              <a:gd name="csY3" fmla="*/ 0 h 18288"/>
              <a:gd name="csX4" fmla="*/ 2482500 w 3182692"/>
              <a:gd name="csY4" fmla="*/ 0 h 18288"/>
              <a:gd name="csX5" fmla="*/ 3182692 w 3182692"/>
              <a:gd name="csY5" fmla="*/ 0 h 18288"/>
              <a:gd name="csX6" fmla="*/ 3182692 w 3182692"/>
              <a:gd name="csY6" fmla="*/ 18288 h 18288"/>
              <a:gd name="csX7" fmla="*/ 2609807 w 3182692"/>
              <a:gd name="csY7" fmla="*/ 18288 h 18288"/>
              <a:gd name="csX8" fmla="*/ 2068750 w 3182692"/>
              <a:gd name="csY8" fmla="*/ 18288 h 18288"/>
              <a:gd name="csX9" fmla="*/ 1432211 w 3182692"/>
              <a:gd name="csY9" fmla="*/ 18288 h 18288"/>
              <a:gd name="csX10" fmla="*/ 859327 w 3182692"/>
              <a:gd name="csY10" fmla="*/ 18288 h 18288"/>
              <a:gd name="csX11" fmla="*/ 0 w 3182692"/>
              <a:gd name="csY11" fmla="*/ 18288 h 18288"/>
              <a:gd name="csX12" fmla="*/ 0 w 318269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973321" y="2706624"/>
            <a:ext cx="4688333" cy="3483864"/>
          </a:xfrm>
        </p:spPr>
        <p:txBody>
          <a:bodyPr>
            <a:normAutofit/>
          </a:bodyPr>
          <a:lstStyle/>
          <a:p>
            <a:pPr marL="0" indent="0">
              <a:buNone/>
            </a:pPr>
            <a:r>
              <a:rPr lang="en-US" sz="2000" b="1" dirty="0"/>
              <a:t>Live Demo Steps</a:t>
            </a:r>
            <a:endParaRPr lang="en-US" sz="2000" dirty="0"/>
          </a:p>
          <a:p>
            <a:r>
              <a:rPr lang="en-US" sz="2000" dirty="0"/>
              <a:t>User login </a:t>
            </a:r>
          </a:p>
          <a:p>
            <a:r>
              <a:rPr lang="en-US" sz="2000" dirty="0"/>
              <a:t>Create chatbot </a:t>
            </a:r>
          </a:p>
          <a:p>
            <a:r>
              <a:rPr lang="en-US" sz="2000" dirty="0"/>
              <a:t>Add knowledge source </a:t>
            </a:r>
          </a:p>
          <a:p>
            <a:r>
              <a:rPr lang="en-US" sz="2000" dirty="0"/>
              <a:t>Test chatbot responses </a:t>
            </a:r>
          </a:p>
          <a:p>
            <a:r>
              <a:rPr lang="en-US" sz="2000" dirty="0"/>
              <a:t>Publish chatbot </a:t>
            </a:r>
          </a:p>
          <a:p>
            <a:r>
              <a:rPr lang="en-US" sz="2000" dirty="0"/>
              <a:t>Access public chatbot link</a:t>
            </a:r>
          </a:p>
        </p:txBody>
      </p:sp>
      <p:sp>
        <p:nvSpPr>
          <p:cNvPr id="6" name="Slide Number Placeholder 5">
            <a:extLst>
              <a:ext uri="{FF2B5EF4-FFF2-40B4-BE49-F238E27FC236}">
                <a16:creationId xmlns:a16="http://schemas.microsoft.com/office/drawing/2014/main" id="{07F556E7-3E07-152D-3949-28383DE77986}"/>
              </a:ext>
            </a:extLst>
          </p:cNvPr>
          <p:cNvSpPr>
            <a:spLocks noGrp="1"/>
          </p:cNvSpPr>
          <p:nvPr>
            <p:ph type="sldNum" sz="quarter" idx="12"/>
          </p:nvPr>
        </p:nvSpPr>
        <p:spPr/>
        <p:txBody>
          <a:bodyPr/>
          <a:lstStyle/>
          <a:p>
            <a:fld id="{C1FF6DA9-008F-8B48-92A6-B652298478BF}" type="slidenum">
              <a:rPr lang="en-US" smtClean="0"/>
              <a:t>12</a:t>
            </a:fld>
            <a:endParaRPr lang="en-US"/>
          </a:p>
        </p:txBody>
      </p:sp>
      <p:sp>
        <p:nvSpPr>
          <p:cNvPr id="7" name="TextBox 6">
            <a:extLst>
              <a:ext uri="{FF2B5EF4-FFF2-40B4-BE49-F238E27FC236}">
                <a16:creationId xmlns:a16="http://schemas.microsoft.com/office/drawing/2014/main" id="{A647F141-E58B-424F-4DBA-54C69DB89B7B}"/>
              </a:ext>
            </a:extLst>
          </p:cNvPr>
          <p:cNvSpPr txBox="1"/>
          <p:nvPr/>
        </p:nvSpPr>
        <p:spPr>
          <a:xfrm>
            <a:off x="3813810" y="5970246"/>
            <a:ext cx="4572000" cy="369332"/>
          </a:xfrm>
          <a:prstGeom prst="rect">
            <a:avLst/>
          </a:prstGeom>
          <a:noFill/>
        </p:spPr>
        <p:txBody>
          <a:bodyPr wrap="square">
            <a:spAutoFit/>
          </a:bodyPr>
          <a:lstStyle/>
          <a:p>
            <a:r>
              <a:rPr lang="en-US" b="1" i="1" dirty="0"/>
              <a:t>Demonstrates full end-to-end workflow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Challenges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marL="0" indent="0">
              <a:buNone/>
            </a:pPr>
            <a:r>
              <a:rPr lang="en-US" sz="2000" b="1" dirty="0"/>
              <a:t>Key Challenges Faced</a:t>
            </a:r>
            <a:endParaRPr lang="en-US" sz="2000" dirty="0"/>
          </a:p>
          <a:p>
            <a:r>
              <a:rPr lang="en-US" sz="2000" dirty="0"/>
              <a:t>Chunking limitations in response generation </a:t>
            </a:r>
          </a:p>
          <a:p>
            <a:r>
              <a:rPr lang="en-US" sz="2000" dirty="0"/>
              <a:t>Dependency on OpenAI API </a:t>
            </a:r>
          </a:p>
          <a:p>
            <a:r>
              <a:rPr lang="en-US" sz="2000" dirty="0"/>
              <a:t>Data extraction issues from websites/PDFs </a:t>
            </a:r>
          </a:p>
          <a:p>
            <a:r>
              <a:rPr lang="en-US" sz="2000" dirty="0"/>
              <a:t>Handling multi-topic queries</a:t>
            </a:r>
          </a:p>
        </p:txBody>
      </p:sp>
      <p:sp>
        <p:nvSpPr>
          <p:cNvPr id="5" name="Slide Number Placeholder 4">
            <a:extLst>
              <a:ext uri="{FF2B5EF4-FFF2-40B4-BE49-F238E27FC236}">
                <a16:creationId xmlns:a16="http://schemas.microsoft.com/office/drawing/2014/main" id="{47602158-E9A0-5B15-75BE-DE742054046B}"/>
              </a:ext>
            </a:extLst>
          </p:cNvPr>
          <p:cNvSpPr>
            <a:spLocks noGrp="1"/>
          </p:cNvSpPr>
          <p:nvPr>
            <p:ph type="sldNum" sz="quarter" idx="12"/>
          </p:nvPr>
        </p:nvSpPr>
        <p:spPr/>
        <p:txBody>
          <a:bodyPr/>
          <a:lstStyle/>
          <a:p>
            <a:fld id="{C1FF6DA9-008F-8B48-92A6-B652298478BF}" type="slidenum">
              <a:rPr lang="en-US" smtClean="0"/>
              <a:t>13</a:t>
            </a:fld>
            <a:endParaRPr lang="en-US"/>
          </a:p>
        </p:txBody>
      </p:sp>
      <p:sp>
        <p:nvSpPr>
          <p:cNvPr id="6" name="TextBox 5">
            <a:extLst>
              <a:ext uri="{FF2B5EF4-FFF2-40B4-BE49-F238E27FC236}">
                <a16:creationId xmlns:a16="http://schemas.microsoft.com/office/drawing/2014/main" id="{71B5CB8C-6037-00C7-BE01-D979D68A2313}"/>
              </a:ext>
            </a:extLst>
          </p:cNvPr>
          <p:cNvSpPr txBox="1"/>
          <p:nvPr/>
        </p:nvSpPr>
        <p:spPr>
          <a:xfrm>
            <a:off x="228600" y="5121420"/>
            <a:ext cx="8286750" cy="307777"/>
          </a:xfrm>
          <a:prstGeom prst="rect">
            <a:avLst/>
          </a:prstGeom>
          <a:noFill/>
        </p:spPr>
        <p:txBody>
          <a:bodyPr wrap="square">
            <a:spAutoFit/>
          </a:bodyPr>
          <a:lstStyle/>
          <a:p>
            <a:pPr algn="ctr"/>
            <a:r>
              <a:rPr lang="en-US" sz="1400" b="1" i="1" dirty="0"/>
              <a:t>System performs best for single-chunk queries; multi-chunk queries may produce partial responses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73321" y="329184"/>
            <a:ext cx="4688333" cy="1783080"/>
          </a:xfrm>
        </p:spPr>
        <p:txBody>
          <a:bodyPr anchor="b">
            <a:normAutofit/>
          </a:bodyPr>
          <a:lstStyle/>
          <a:p>
            <a:r>
              <a:rPr lang="en-US" sz="4700"/>
              <a:t>Future Work</a:t>
            </a:r>
          </a:p>
        </p:txBody>
      </p:sp>
      <p:pic>
        <p:nvPicPr>
          <p:cNvPr id="5" name="Picture 4" descr="Person writing on a notepad">
            <a:extLst>
              <a:ext uri="{FF2B5EF4-FFF2-40B4-BE49-F238E27FC236}">
                <a16:creationId xmlns:a16="http://schemas.microsoft.com/office/drawing/2014/main" id="{7D92215E-A9D7-3CA6-0170-791879A5329F}"/>
              </a:ext>
            </a:extLst>
          </p:cNvPr>
          <p:cNvPicPr>
            <a:picLocks noChangeAspect="1"/>
          </p:cNvPicPr>
          <p:nvPr/>
        </p:nvPicPr>
        <p:blipFill>
          <a:blip r:embed="rId3"/>
          <a:srcRect l="33510" r="26125"/>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sX0" fmla="*/ 0 w 3182692"/>
              <a:gd name="csY0" fmla="*/ 0 h 18288"/>
              <a:gd name="csX1" fmla="*/ 636538 w 3182692"/>
              <a:gd name="csY1" fmla="*/ 0 h 18288"/>
              <a:gd name="csX2" fmla="*/ 1273077 w 3182692"/>
              <a:gd name="csY2" fmla="*/ 0 h 18288"/>
              <a:gd name="csX3" fmla="*/ 1909615 w 3182692"/>
              <a:gd name="csY3" fmla="*/ 0 h 18288"/>
              <a:gd name="csX4" fmla="*/ 2482500 w 3182692"/>
              <a:gd name="csY4" fmla="*/ 0 h 18288"/>
              <a:gd name="csX5" fmla="*/ 3182692 w 3182692"/>
              <a:gd name="csY5" fmla="*/ 0 h 18288"/>
              <a:gd name="csX6" fmla="*/ 3182692 w 3182692"/>
              <a:gd name="csY6" fmla="*/ 18288 h 18288"/>
              <a:gd name="csX7" fmla="*/ 2609807 w 3182692"/>
              <a:gd name="csY7" fmla="*/ 18288 h 18288"/>
              <a:gd name="csX8" fmla="*/ 2068750 w 3182692"/>
              <a:gd name="csY8" fmla="*/ 18288 h 18288"/>
              <a:gd name="csX9" fmla="*/ 1432211 w 3182692"/>
              <a:gd name="csY9" fmla="*/ 18288 h 18288"/>
              <a:gd name="csX10" fmla="*/ 859327 w 3182692"/>
              <a:gd name="csY10" fmla="*/ 18288 h 18288"/>
              <a:gd name="csX11" fmla="*/ 0 w 3182692"/>
              <a:gd name="csY11" fmla="*/ 18288 h 18288"/>
              <a:gd name="csX12" fmla="*/ 0 w 318269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973321" y="2706624"/>
            <a:ext cx="4688333" cy="3483864"/>
          </a:xfrm>
        </p:spPr>
        <p:txBody>
          <a:bodyPr>
            <a:normAutofit/>
          </a:bodyPr>
          <a:lstStyle/>
          <a:p>
            <a:pPr marL="0" indent="0">
              <a:buNone/>
            </a:pPr>
            <a:r>
              <a:rPr lang="en-US" sz="2000" b="1" dirty="0"/>
              <a:t>Planned Enhancements</a:t>
            </a:r>
            <a:endParaRPr lang="en-US" sz="2000" dirty="0"/>
          </a:p>
          <a:p>
            <a:r>
              <a:rPr lang="en-US" sz="2000" dirty="0"/>
              <a:t>Hybrid search (keyword + embeddings) </a:t>
            </a:r>
          </a:p>
          <a:p>
            <a:r>
              <a:rPr lang="en-US" sz="2000" dirty="0"/>
              <a:t>Chat Interface on Landing Page</a:t>
            </a:r>
          </a:p>
          <a:p>
            <a:r>
              <a:rPr lang="en-US" sz="2000" dirty="0"/>
              <a:t>Multi-language chatbot support </a:t>
            </a:r>
          </a:p>
          <a:p>
            <a:r>
              <a:rPr lang="en-US" sz="2000" dirty="0"/>
              <a:t>Cloud deployment (AWS/Azure) </a:t>
            </a:r>
          </a:p>
          <a:p>
            <a:r>
              <a:rPr lang="en-US" sz="2000" dirty="0"/>
              <a:t>Improved chunk ranking and retrieval </a:t>
            </a:r>
          </a:p>
          <a:p>
            <a:r>
              <a:rPr lang="en-US" sz="2000" dirty="0"/>
              <a:t>Advanced analytics dashboard</a:t>
            </a:r>
          </a:p>
        </p:txBody>
      </p:sp>
      <p:sp>
        <p:nvSpPr>
          <p:cNvPr id="6" name="Slide Number Placeholder 5">
            <a:extLst>
              <a:ext uri="{FF2B5EF4-FFF2-40B4-BE49-F238E27FC236}">
                <a16:creationId xmlns:a16="http://schemas.microsoft.com/office/drawing/2014/main" id="{F745D21A-B2AF-4BBD-9A6A-AB866FBC86E1}"/>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73321" y="329184"/>
            <a:ext cx="4688333" cy="1783080"/>
          </a:xfrm>
        </p:spPr>
        <p:txBody>
          <a:bodyPr anchor="b">
            <a:normAutofit/>
          </a:bodyPr>
          <a:lstStyle/>
          <a:p>
            <a:r>
              <a:rPr lang="en-US" sz="4700"/>
              <a:t>Conclusion</a:t>
            </a:r>
          </a:p>
        </p:txBody>
      </p:sp>
      <p:pic>
        <p:nvPicPr>
          <p:cNvPr id="5" name="Picture 4" descr="People in hi-tech suites">
            <a:extLst>
              <a:ext uri="{FF2B5EF4-FFF2-40B4-BE49-F238E27FC236}">
                <a16:creationId xmlns:a16="http://schemas.microsoft.com/office/drawing/2014/main" id="{122EA06F-03E1-F783-47CE-3F50666AD803}"/>
              </a:ext>
            </a:extLst>
          </p:cNvPr>
          <p:cNvPicPr>
            <a:picLocks noChangeAspect="1"/>
          </p:cNvPicPr>
          <p:nvPr/>
        </p:nvPicPr>
        <p:blipFill>
          <a:blip r:embed="rId3"/>
          <a:srcRect l="24771" r="41230" b="-1"/>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sX0" fmla="*/ 0 w 3182692"/>
              <a:gd name="csY0" fmla="*/ 0 h 18288"/>
              <a:gd name="csX1" fmla="*/ 636538 w 3182692"/>
              <a:gd name="csY1" fmla="*/ 0 h 18288"/>
              <a:gd name="csX2" fmla="*/ 1273077 w 3182692"/>
              <a:gd name="csY2" fmla="*/ 0 h 18288"/>
              <a:gd name="csX3" fmla="*/ 1909615 w 3182692"/>
              <a:gd name="csY3" fmla="*/ 0 h 18288"/>
              <a:gd name="csX4" fmla="*/ 2482500 w 3182692"/>
              <a:gd name="csY4" fmla="*/ 0 h 18288"/>
              <a:gd name="csX5" fmla="*/ 3182692 w 3182692"/>
              <a:gd name="csY5" fmla="*/ 0 h 18288"/>
              <a:gd name="csX6" fmla="*/ 3182692 w 3182692"/>
              <a:gd name="csY6" fmla="*/ 18288 h 18288"/>
              <a:gd name="csX7" fmla="*/ 2609807 w 3182692"/>
              <a:gd name="csY7" fmla="*/ 18288 h 18288"/>
              <a:gd name="csX8" fmla="*/ 2068750 w 3182692"/>
              <a:gd name="csY8" fmla="*/ 18288 h 18288"/>
              <a:gd name="csX9" fmla="*/ 1432211 w 3182692"/>
              <a:gd name="csY9" fmla="*/ 18288 h 18288"/>
              <a:gd name="csX10" fmla="*/ 859327 w 3182692"/>
              <a:gd name="csY10" fmla="*/ 18288 h 18288"/>
              <a:gd name="csX11" fmla="*/ 0 w 3182692"/>
              <a:gd name="csY11" fmla="*/ 18288 h 18288"/>
              <a:gd name="csX12" fmla="*/ 0 w 318269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973321" y="2706624"/>
            <a:ext cx="4688333" cy="3483864"/>
          </a:xfrm>
        </p:spPr>
        <p:txBody>
          <a:bodyPr>
            <a:normAutofit/>
          </a:bodyPr>
          <a:lstStyle/>
          <a:p>
            <a:pPr marL="0" indent="0">
              <a:buNone/>
            </a:pPr>
            <a:r>
              <a:rPr lang="en-US" sz="2000" b="1" dirty="0"/>
              <a:t>Project Summary</a:t>
            </a:r>
            <a:endParaRPr lang="en-US" sz="2000" dirty="0"/>
          </a:p>
          <a:p>
            <a:r>
              <a:rPr lang="en-US" sz="2000" dirty="0"/>
              <a:t>Developed a complete chatbot builder platform </a:t>
            </a:r>
          </a:p>
          <a:p>
            <a:r>
              <a:rPr lang="en-US" sz="2000" dirty="0"/>
              <a:t>Covers full software development lifecycle </a:t>
            </a:r>
          </a:p>
          <a:p>
            <a:r>
              <a:rPr lang="en-US" sz="2000" dirty="0"/>
              <a:t>Successfully integrates AI for response generation </a:t>
            </a:r>
          </a:p>
          <a:p>
            <a:r>
              <a:rPr lang="en-US" sz="2000" dirty="0"/>
              <a:t>Ready for demonstration and further enhancement</a:t>
            </a:r>
          </a:p>
        </p:txBody>
      </p:sp>
      <p:sp>
        <p:nvSpPr>
          <p:cNvPr id="6" name="Slide Number Placeholder 5">
            <a:extLst>
              <a:ext uri="{FF2B5EF4-FFF2-40B4-BE49-F238E27FC236}">
                <a16:creationId xmlns:a16="http://schemas.microsoft.com/office/drawing/2014/main" id="{5119F236-D737-9FB8-F678-7A904A8B142A}"/>
              </a:ext>
            </a:extLst>
          </p:cNvPr>
          <p:cNvSpPr>
            <a:spLocks noGrp="1"/>
          </p:cNvSpPr>
          <p:nvPr>
            <p:ph type="sldNum" sz="quarter" idx="12"/>
          </p:nvPr>
        </p:nvSpPr>
        <p:spPr/>
        <p:txBody>
          <a:bodyPr/>
          <a:lstStyle/>
          <a:p>
            <a:fld id="{C1FF6DA9-008F-8B48-92A6-B652298478BF}" type="slidenum">
              <a:rPr lang="en-US" smtClean="0"/>
              <a:t>15</a:t>
            </a:fld>
            <a:endParaRPr lang="en-US"/>
          </a:p>
        </p:txBody>
      </p:sp>
      <p:sp>
        <p:nvSpPr>
          <p:cNvPr id="7" name="TextBox 6">
            <a:extLst>
              <a:ext uri="{FF2B5EF4-FFF2-40B4-BE49-F238E27FC236}">
                <a16:creationId xmlns:a16="http://schemas.microsoft.com/office/drawing/2014/main" id="{D74EFCDB-9D1D-02AC-46A5-F86119C7A936}"/>
              </a:ext>
            </a:extLst>
          </p:cNvPr>
          <p:cNvSpPr txBox="1"/>
          <p:nvPr/>
        </p:nvSpPr>
        <p:spPr>
          <a:xfrm>
            <a:off x="3518406" y="5955320"/>
            <a:ext cx="5143247" cy="307777"/>
          </a:xfrm>
          <a:prstGeom prst="rect">
            <a:avLst/>
          </a:prstGeom>
          <a:noFill/>
        </p:spPr>
        <p:txBody>
          <a:bodyPr wrap="square">
            <a:spAutoFit/>
          </a:bodyPr>
          <a:lstStyle/>
          <a:p>
            <a:pPr algn="ctr"/>
            <a:r>
              <a:rPr lang="en-US" sz="1400" b="1" i="1" dirty="0"/>
              <a:t>Bridging the gap between AI capabilities and user accessibility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1B29A3-CD33-846A-6926-66478E30093F}"/>
            </a:ext>
          </a:extLst>
        </p:cNvPr>
        <p:cNvGrpSpPr/>
        <p:nvPr/>
      </p:nvGrpSpPr>
      <p:grpSpPr>
        <a:xfrm>
          <a:off x="0" y="0"/>
          <a:ext cx="0" cy="0"/>
          <a:chOff x="0" y="0"/>
          <a:chExt cx="0" cy="0"/>
        </a:xfrm>
      </p:grpSpPr>
      <p:pic>
        <p:nvPicPr>
          <p:cNvPr id="5" name="Picture 4" descr="People in hi-tech suites">
            <a:extLst>
              <a:ext uri="{FF2B5EF4-FFF2-40B4-BE49-F238E27FC236}">
                <a16:creationId xmlns:a16="http://schemas.microsoft.com/office/drawing/2014/main" id="{71685325-2973-2D14-A9A0-885B89D377BD}"/>
              </a:ext>
            </a:extLst>
          </p:cNvPr>
          <p:cNvPicPr>
            <a:picLocks noChangeAspect="1"/>
          </p:cNvPicPr>
          <p:nvPr/>
        </p:nvPicPr>
        <p:blipFill>
          <a:blip r:embed="rId3"/>
          <a:srcRect r="10999" b="-1"/>
          <a:stretch>
            <a:fillRect/>
          </a:stretch>
        </p:blipFill>
        <p:spPr>
          <a:xfrm>
            <a:off x="20" y="10"/>
            <a:ext cx="9143980" cy="6857990"/>
          </a:xfrm>
          <a:prstGeom prst="rect">
            <a:avLst/>
          </a:prstGeom>
        </p:spPr>
      </p:pic>
      <p:sp>
        <p:nvSpPr>
          <p:cNvPr id="16" name="Rectangle 15">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9144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BB7979-1381-4CDC-24B0-97B2C682AB5D}"/>
              </a:ext>
            </a:extLst>
          </p:cNvPr>
          <p:cNvSpPr>
            <a:spLocks noGrp="1"/>
          </p:cNvSpPr>
          <p:nvPr>
            <p:ph type="title"/>
          </p:nvPr>
        </p:nvSpPr>
        <p:spPr>
          <a:xfrm>
            <a:off x="392906" y="5317240"/>
            <a:ext cx="8408194" cy="744836"/>
          </a:xfrm>
        </p:spPr>
        <p:txBody>
          <a:bodyPr vert="horz" lIns="91440" tIns="45720" rIns="91440" bIns="45720" rtlCol="0" anchor="ctr">
            <a:normAutofit/>
          </a:bodyPr>
          <a:lstStyle/>
          <a:p>
            <a:pPr defTabSz="914400">
              <a:lnSpc>
                <a:spcPct val="90000"/>
              </a:lnSpc>
            </a:pPr>
            <a:r>
              <a:rPr lang="en-US" sz="3100">
                <a:solidFill>
                  <a:schemeClr val="tx1">
                    <a:lumMod val="85000"/>
                    <a:lumOff val="15000"/>
                  </a:schemeClr>
                </a:solidFill>
              </a:rPr>
              <a:t>Thank You</a:t>
            </a:r>
          </a:p>
        </p:txBody>
      </p:sp>
      <p:cxnSp>
        <p:nvCxnSpPr>
          <p:cNvPr id="18" name="Straight Connector 17">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9144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9144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1DF57D27-4600-6108-7037-70814B7D18AE}"/>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C1FF6DA9-008F-8B48-92A6-B652298478BF}" type="slidenum">
              <a:rPr lang="en-US">
                <a:solidFill>
                  <a:srgbClr val="FFFFFF"/>
                </a:solidFill>
              </a:rPr>
              <a:pPr>
                <a:spcAft>
                  <a:spcPts val="600"/>
                </a:spcAft>
              </a:pPr>
              <a:t>16</a:t>
            </a:fld>
            <a:endParaRPr lang="en-US">
              <a:solidFill>
                <a:srgbClr val="FFFFFF"/>
              </a:solidFill>
            </a:endParaRPr>
          </a:p>
        </p:txBody>
      </p:sp>
    </p:spTree>
    <p:extLst>
      <p:ext uri="{BB962C8B-B14F-4D97-AF65-F5344CB8AC3E}">
        <p14:creationId xmlns:p14="http://schemas.microsoft.com/office/powerpoint/2010/main" val="145420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2009</Words>
  <Application>Microsoft Office PowerPoint</Application>
  <PresentationFormat>On-screen Show (4:3)</PresentationFormat>
  <Paragraphs>176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Wingdings</vt:lpstr>
      <vt:lpstr>Office Theme</vt:lpstr>
      <vt:lpstr>Chatbot Builder Application</vt:lpstr>
      <vt:lpstr>Problem</vt:lpstr>
      <vt:lpstr>Solution</vt:lpstr>
      <vt:lpstr>Key Features</vt:lpstr>
      <vt:lpstr>Architecture Diagram</vt:lpstr>
      <vt:lpstr>UML Class Diagram</vt:lpstr>
      <vt:lpstr>Sequence: Chatbot Response Flow</vt:lpstr>
      <vt:lpstr>Sequence: Chatbot Creation Flow</vt:lpstr>
      <vt:lpstr>Sequence: Public Chat Flow</vt:lpstr>
      <vt:lpstr>Sequence: Publish Flow</vt:lpstr>
      <vt:lpstr>Sequence: View Analytic</vt:lpstr>
      <vt:lpstr>Demo Flow</vt:lpstr>
      <vt:lpstr>Challenges</vt:lpstr>
      <vt:lpstr>Future Work</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Ashmit Nirwan</dc:creator>
  <cp:keywords/>
  <dc:description>generated using python-pptx</dc:description>
  <cp:lastModifiedBy>Nirwan, Ashmitsingh</cp:lastModifiedBy>
  <cp:revision>1</cp:revision>
  <dcterms:created xsi:type="dcterms:W3CDTF">2013-01-27T09:14:16Z</dcterms:created>
  <dcterms:modified xsi:type="dcterms:W3CDTF">2026-04-25T13:12:23Z</dcterms:modified>
  <cp:category/>
</cp:coreProperties>
</file>