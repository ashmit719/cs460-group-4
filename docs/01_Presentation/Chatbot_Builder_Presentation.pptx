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7" r:id="rId9"/>
    <p:sldId id="268" r:id="rId10"/>
    <p:sldId id="269" r:id="rId11"/>
    <p:sldId id="270" r:id="rId12"/>
    <p:sldId id="263" r:id="rId13"/>
    <p:sldId id="264" r:id="rId14"/>
    <p:sldId id="265" r:id="rId15"/>
    <p:sldId id="266" r:id="rId16"/>
    <p:sldId id="271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806F257-6D21-4574-B5EF-706067DCC134}" v="47" dt="2026-04-15T05:00:28.88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7" d="100"/>
          <a:sy n="87" d="100"/>
        </p:scale>
        <p:origin x="1258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irwan, Ashmitsingh" userId="59c07b9c-c207-4137-8a0c-b87611ef7a40" providerId="ADAL" clId="{B5920EF4-6BC3-4494-B4ED-3A04A779FE26}"/>
    <pc:docChg chg="undo redo custSel addSld modSld">
      <pc:chgData name="Nirwan, Ashmitsingh" userId="59c07b9c-c207-4137-8a0c-b87611ef7a40" providerId="ADAL" clId="{B5920EF4-6BC3-4494-B4ED-3A04A779FE26}" dt="2026-04-15T05:00:37.529" v="376" actId="404"/>
      <pc:docMkLst>
        <pc:docMk/>
      </pc:docMkLst>
      <pc:sldChg chg="addSp delSp modSp mod setBg addAnim delAnim modAnim">
        <pc:chgData name="Nirwan, Ashmitsingh" userId="59c07b9c-c207-4137-8a0c-b87611ef7a40" providerId="ADAL" clId="{B5920EF4-6BC3-4494-B4ED-3A04A779FE26}" dt="2026-04-15T04:46:12.266" v="116" actId="1076"/>
        <pc:sldMkLst>
          <pc:docMk/>
          <pc:sldMk cId="0" sldId="256"/>
        </pc:sldMkLst>
        <pc:spChg chg="mod">
          <ac:chgData name="Nirwan, Ashmitsingh" userId="59c07b9c-c207-4137-8a0c-b87611ef7a40" providerId="ADAL" clId="{B5920EF4-6BC3-4494-B4ED-3A04A779FE26}" dt="2026-04-15T04:46:08.253" v="114" actId="14100"/>
          <ac:spMkLst>
            <pc:docMk/>
            <pc:sldMk cId="0" sldId="256"/>
            <ac:spMk id="2" creationId="{00000000-0000-0000-0000-000000000000}"/>
          </ac:spMkLst>
        </pc:spChg>
        <pc:spChg chg="mod">
          <ac:chgData name="Nirwan, Ashmitsingh" userId="59c07b9c-c207-4137-8a0c-b87611ef7a40" providerId="ADAL" clId="{B5920EF4-6BC3-4494-B4ED-3A04A779FE26}" dt="2026-04-15T04:24:20.259" v="22" actId="26606"/>
          <ac:spMkLst>
            <pc:docMk/>
            <pc:sldMk cId="0" sldId="256"/>
            <ac:spMk id="3" creationId="{00000000-0000-0000-0000-000000000000}"/>
          </ac:spMkLst>
        </pc:spChg>
        <pc:spChg chg="add mod">
          <ac:chgData name="Nirwan, Ashmitsingh" userId="59c07b9c-c207-4137-8a0c-b87611ef7a40" providerId="ADAL" clId="{B5920EF4-6BC3-4494-B4ED-3A04A779FE26}" dt="2026-04-15T04:46:12.266" v="116" actId="1076"/>
          <ac:spMkLst>
            <pc:docMk/>
            <pc:sldMk cId="0" sldId="256"/>
            <ac:spMk id="6" creationId="{C5B5C2CE-0B99-FFE9-3F87-0A57841A6447}"/>
          </ac:spMkLst>
        </pc:spChg>
        <pc:spChg chg="add del">
          <ac:chgData name="Nirwan, Ashmitsingh" userId="59c07b9c-c207-4137-8a0c-b87611ef7a40" providerId="ADAL" clId="{B5920EF4-6BC3-4494-B4ED-3A04A779FE26}" dt="2026-04-15T04:24:17.287" v="17" actId="26606"/>
          <ac:spMkLst>
            <pc:docMk/>
            <pc:sldMk cId="0" sldId="256"/>
            <ac:spMk id="9" creationId="{9B7AD9F6-8CE7-4299-8FC6-328F4DCD3FF9}"/>
          </ac:spMkLst>
        </pc:spChg>
        <pc:spChg chg="add del">
          <ac:chgData name="Nirwan, Ashmitsingh" userId="59c07b9c-c207-4137-8a0c-b87611ef7a40" providerId="ADAL" clId="{B5920EF4-6BC3-4494-B4ED-3A04A779FE26}" dt="2026-04-15T04:24:17.287" v="17" actId="26606"/>
          <ac:spMkLst>
            <pc:docMk/>
            <pc:sldMk cId="0" sldId="256"/>
            <ac:spMk id="11" creationId="{F49775AF-8896-43EE-92C6-83497D6DC56F}"/>
          </ac:spMkLst>
        </pc:spChg>
        <pc:spChg chg="add del">
          <ac:chgData name="Nirwan, Ashmitsingh" userId="59c07b9c-c207-4137-8a0c-b87611ef7a40" providerId="ADAL" clId="{B5920EF4-6BC3-4494-B4ED-3A04A779FE26}" dt="2026-04-15T04:24:20.248" v="21" actId="26606"/>
          <ac:spMkLst>
            <pc:docMk/>
            <pc:sldMk cId="0" sldId="256"/>
            <ac:spMk id="13" creationId="{3A930249-8242-4E2B-AF17-C01826488321}"/>
          </ac:spMkLst>
        </pc:spChg>
        <pc:spChg chg="add del">
          <ac:chgData name="Nirwan, Ashmitsingh" userId="59c07b9c-c207-4137-8a0c-b87611ef7a40" providerId="ADAL" clId="{B5920EF4-6BC3-4494-B4ED-3A04A779FE26}" dt="2026-04-15T04:24:20.248" v="21" actId="26606"/>
          <ac:spMkLst>
            <pc:docMk/>
            <pc:sldMk cId="0" sldId="256"/>
            <ac:spMk id="14" creationId="{A5BDD999-C5E1-4B3E-A710-768673819165}"/>
          </ac:spMkLst>
        </pc:spChg>
        <pc:spChg chg="add">
          <ac:chgData name="Nirwan, Ashmitsingh" userId="59c07b9c-c207-4137-8a0c-b87611ef7a40" providerId="ADAL" clId="{B5920EF4-6BC3-4494-B4ED-3A04A779FE26}" dt="2026-04-15T04:24:20.259" v="22" actId="26606"/>
          <ac:spMkLst>
            <pc:docMk/>
            <pc:sldMk cId="0" sldId="256"/>
            <ac:spMk id="17" creationId="{9B7AD9F6-8CE7-4299-8FC6-328F4DCD3FF9}"/>
          </ac:spMkLst>
        </pc:spChg>
        <pc:spChg chg="add">
          <ac:chgData name="Nirwan, Ashmitsingh" userId="59c07b9c-c207-4137-8a0c-b87611ef7a40" providerId="ADAL" clId="{B5920EF4-6BC3-4494-B4ED-3A04A779FE26}" dt="2026-04-15T04:24:20.259" v="22" actId="26606"/>
          <ac:spMkLst>
            <pc:docMk/>
            <pc:sldMk cId="0" sldId="256"/>
            <ac:spMk id="19" creationId="{F49775AF-8896-43EE-92C6-83497D6DC56F}"/>
          </ac:spMkLst>
        </pc:spChg>
        <pc:picChg chg="add del">
          <ac:chgData name="Nirwan, Ashmitsingh" userId="59c07b9c-c207-4137-8a0c-b87611ef7a40" providerId="ADAL" clId="{B5920EF4-6BC3-4494-B4ED-3A04A779FE26}" dt="2026-04-15T04:24:17.287" v="17" actId="26606"/>
          <ac:picMkLst>
            <pc:docMk/>
            <pc:sldMk cId="0" sldId="256"/>
            <ac:picMk id="5" creationId="{E1E4411F-0434-123F-E0FD-8BD694D6EAD7}"/>
          </ac:picMkLst>
        </pc:picChg>
        <pc:picChg chg="add del">
          <ac:chgData name="Nirwan, Ashmitsingh" userId="59c07b9c-c207-4137-8a0c-b87611ef7a40" providerId="ADAL" clId="{B5920EF4-6BC3-4494-B4ED-3A04A779FE26}" dt="2026-04-15T04:24:20.248" v="21" actId="26606"/>
          <ac:picMkLst>
            <pc:docMk/>
            <pc:sldMk cId="0" sldId="256"/>
            <ac:picMk id="15" creationId="{4D4A8978-BB7A-B811-3C75-24298E675EB5}"/>
          </ac:picMkLst>
        </pc:picChg>
        <pc:picChg chg="add">
          <ac:chgData name="Nirwan, Ashmitsingh" userId="59c07b9c-c207-4137-8a0c-b87611ef7a40" providerId="ADAL" clId="{B5920EF4-6BC3-4494-B4ED-3A04A779FE26}" dt="2026-04-15T04:24:20.259" v="22" actId="26606"/>
          <ac:picMkLst>
            <pc:docMk/>
            <pc:sldMk cId="0" sldId="256"/>
            <ac:picMk id="18" creationId="{E1E4411F-0434-123F-E0FD-8BD694D6EAD7}"/>
          </ac:picMkLst>
        </pc:picChg>
      </pc:sldChg>
      <pc:sldChg chg="addSp delSp modSp mod setBg">
        <pc:chgData name="Nirwan, Ashmitsingh" userId="59c07b9c-c207-4137-8a0c-b87611ef7a40" providerId="ADAL" clId="{B5920EF4-6BC3-4494-B4ED-3A04A779FE26}" dt="2026-04-15T04:46:44.516" v="121" actId="20577"/>
        <pc:sldMkLst>
          <pc:docMk/>
          <pc:sldMk cId="0" sldId="257"/>
        </pc:sldMkLst>
        <pc:spChg chg="mod">
          <ac:chgData name="Nirwan, Ashmitsingh" userId="59c07b9c-c207-4137-8a0c-b87611ef7a40" providerId="ADAL" clId="{B5920EF4-6BC3-4494-B4ED-3A04A779FE26}" dt="2026-04-15T04:25:03.435" v="25" actId="26606"/>
          <ac:spMkLst>
            <pc:docMk/>
            <pc:sldMk cId="0" sldId="257"/>
            <ac:spMk id="2" creationId="{00000000-0000-0000-0000-000000000000}"/>
          </ac:spMkLst>
        </pc:spChg>
        <pc:spChg chg="mod">
          <ac:chgData name="Nirwan, Ashmitsingh" userId="59c07b9c-c207-4137-8a0c-b87611ef7a40" providerId="ADAL" clId="{B5920EF4-6BC3-4494-B4ED-3A04A779FE26}" dt="2026-04-15T04:46:44.516" v="121" actId="20577"/>
          <ac:spMkLst>
            <pc:docMk/>
            <pc:sldMk cId="0" sldId="257"/>
            <ac:spMk id="3" creationId="{00000000-0000-0000-0000-000000000000}"/>
          </ac:spMkLst>
        </pc:spChg>
        <pc:spChg chg="del">
          <ac:chgData name="Nirwan, Ashmitsingh" userId="59c07b9c-c207-4137-8a0c-b87611ef7a40" providerId="ADAL" clId="{B5920EF4-6BC3-4494-B4ED-3A04A779FE26}" dt="2026-04-15T04:23:02.604" v="6" actId="478"/>
          <ac:spMkLst>
            <pc:docMk/>
            <pc:sldMk cId="0" sldId="257"/>
            <ac:spMk id="4" creationId="{00000000-0000-0000-0000-000000000000}"/>
          </ac:spMkLst>
        </pc:spChg>
        <pc:spChg chg="add">
          <ac:chgData name="Nirwan, Ashmitsingh" userId="59c07b9c-c207-4137-8a0c-b87611ef7a40" providerId="ADAL" clId="{B5920EF4-6BC3-4494-B4ED-3A04A779FE26}" dt="2026-04-15T04:46:31.554" v="117"/>
          <ac:spMkLst>
            <pc:docMk/>
            <pc:sldMk cId="0" sldId="257"/>
            <ac:spMk id="4" creationId="{1F245645-E5F6-29F9-3AC6-0708D25D602A}"/>
          </ac:spMkLst>
        </pc:spChg>
        <pc:spChg chg="add">
          <ac:chgData name="Nirwan, Ashmitsingh" userId="59c07b9c-c207-4137-8a0c-b87611ef7a40" providerId="ADAL" clId="{B5920EF4-6BC3-4494-B4ED-3A04A779FE26}" dt="2026-04-15T04:25:03.435" v="25" actId="26606"/>
          <ac:spMkLst>
            <pc:docMk/>
            <pc:sldMk cId="0" sldId="257"/>
            <ac:spMk id="9" creationId="{2C61293E-6EBE-43EF-A52C-9BEBFD7679D4}"/>
          </ac:spMkLst>
        </pc:spChg>
        <pc:spChg chg="add">
          <ac:chgData name="Nirwan, Ashmitsingh" userId="59c07b9c-c207-4137-8a0c-b87611ef7a40" providerId="ADAL" clId="{B5920EF4-6BC3-4494-B4ED-3A04A779FE26}" dt="2026-04-15T04:25:03.435" v="25" actId="26606"/>
          <ac:spMkLst>
            <pc:docMk/>
            <pc:sldMk cId="0" sldId="257"/>
            <ac:spMk id="11" creationId="{21540236-BFD5-4A9D-8840-4703E7F76825}"/>
          </ac:spMkLst>
        </pc:spChg>
        <pc:picChg chg="add">
          <ac:chgData name="Nirwan, Ashmitsingh" userId="59c07b9c-c207-4137-8a0c-b87611ef7a40" providerId="ADAL" clId="{B5920EF4-6BC3-4494-B4ED-3A04A779FE26}" dt="2026-04-15T04:25:03.435" v="25" actId="26606"/>
          <ac:picMkLst>
            <pc:docMk/>
            <pc:sldMk cId="0" sldId="257"/>
            <ac:picMk id="5" creationId="{48CE11B9-0A34-E6DA-8270-03603CD592D9}"/>
          </ac:picMkLst>
        </pc:picChg>
      </pc:sldChg>
      <pc:sldChg chg="addSp delSp modSp mod setBg">
        <pc:chgData name="Nirwan, Ashmitsingh" userId="59c07b9c-c207-4137-8a0c-b87611ef7a40" providerId="ADAL" clId="{B5920EF4-6BC3-4494-B4ED-3A04A779FE26}" dt="2026-04-15T04:47:48.299" v="136" actId="20577"/>
        <pc:sldMkLst>
          <pc:docMk/>
          <pc:sldMk cId="0" sldId="258"/>
        </pc:sldMkLst>
        <pc:spChg chg="mod">
          <ac:chgData name="Nirwan, Ashmitsingh" userId="59c07b9c-c207-4137-8a0c-b87611ef7a40" providerId="ADAL" clId="{B5920EF4-6BC3-4494-B4ED-3A04A779FE26}" dt="2026-04-15T04:25:09.712" v="26" actId="26606"/>
          <ac:spMkLst>
            <pc:docMk/>
            <pc:sldMk cId="0" sldId="258"/>
            <ac:spMk id="2" creationId="{00000000-0000-0000-0000-000000000000}"/>
          </ac:spMkLst>
        </pc:spChg>
        <pc:spChg chg="add del mod">
          <ac:chgData name="Nirwan, Ashmitsingh" userId="59c07b9c-c207-4137-8a0c-b87611ef7a40" providerId="ADAL" clId="{B5920EF4-6BC3-4494-B4ED-3A04A779FE26}" dt="2026-04-15T04:47:19.279" v="128" actId="5793"/>
          <ac:spMkLst>
            <pc:docMk/>
            <pc:sldMk cId="0" sldId="258"/>
            <ac:spMk id="3" creationId="{00000000-0000-0000-0000-000000000000}"/>
          </ac:spMkLst>
        </pc:spChg>
        <pc:spChg chg="del">
          <ac:chgData name="Nirwan, Ashmitsingh" userId="59c07b9c-c207-4137-8a0c-b87611ef7a40" providerId="ADAL" clId="{B5920EF4-6BC3-4494-B4ED-3A04A779FE26}" dt="2026-04-15T04:23:08.140" v="7" actId="478"/>
          <ac:spMkLst>
            <pc:docMk/>
            <pc:sldMk cId="0" sldId="258"/>
            <ac:spMk id="4" creationId="{00000000-0000-0000-0000-000000000000}"/>
          </ac:spMkLst>
        </pc:spChg>
        <pc:spChg chg="add del mod">
          <ac:chgData name="Nirwan, Ashmitsingh" userId="59c07b9c-c207-4137-8a0c-b87611ef7a40" providerId="ADAL" clId="{B5920EF4-6BC3-4494-B4ED-3A04A779FE26}" dt="2026-04-15T04:47:06.936" v="123" actId="478"/>
          <ac:spMkLst>
            <pc:docMk/>
            <pc:sldMk cId="0" sldId="258"/>
            <ac:spMk id="7" creationId="{BBFDF22A-DD27-E7AB-4AD0-CEF491946352}"/>
          </ac:spMkLst>
        </pc:spChg>
        <pc:spChg chg="add">
          <ac:chgData name="Nirwan, Ashmitsingh" userId="59c07b9c-c207-4137-8a0c-b87611ef7a40" providerId="ADAL" clId="{B5920EF4-6BC3-4494-B4ED-3A04A779FE26}" dt="2026-04-15T04:25:09.712" v="26" actId="26606"/>
          <ac:spMkLst>
            <pc:docMk/>
            <pc:sldMk cId="0" sldId="258"/>
            <ac:spMk id="9" creationId="{2C61293E-6EBE-43EF-A52C-9BEBFD7679D4}"/>
          </ac:spMkLst>
        </pc:spChg>
        <pc:spChg chg="add mod">
          <ac:chgData name="Nirwan, Ashmitsingh" userId="59c07b9c-c207-4137-8a0c-b87611ef7a40" providerId="ADAL" clId="{B5920EF4-6BC3-4494-B4ED-3A04A779FE26}" dt="2026-04-15T04:47:48.299" v="136" actId="20577"/>
          <ac:spMkLst>
            <pc:docMk/>
            <pc:sldMk cId="0" sldId="258"/>
            <ac:spMk id="10" creationId="{187CB08C-164B-3802-E81A-6605A4B7E43F}"/>
          </ac:spMkLst>
        </pc:spChg>
        <pc:spChg chg="add">
          <ac:chgData name="Nirwan, Ashmitsingh" userId="59c07b9c-c207-4137-8a0c-b87611ef7a40" providerId="ADAL" clId="{B5920EF4-6BC3-4494-B4ED-3A04A779FE26}" dt="2026-04-15T04:25:09.712" v="26" actId="26606"/>
          <ac:spMkLst>
            <pc:docMk/>
            <pc:sldMk cId="0" sldId="258"/>
            <ac:spMk id="11" creationId="{21540236-BFD5-4A9D-8840-4703E7F76825}"/>
          </ac:spMkLst>
        </pc:spChg>
        <pc:picChg chg="add">
          <ac:chgData name="Nirwan, Ashmitsingh" userId="59c07b9c-c207-4137-8a0c-b87611ef7a40" providerId="ADAL" clId="{B5920EF4-6BC3-4494-B4ED-3A04A779FE26}" dt="2026-04-15T04:25:09.712" v="26" actId="26606"/>
          <ac:picMkLst>
            <pc:docMk/>
            <pc:sldMk cId="0" sldId="258"/>
            <ac:picMk id="5" creationId="{288656CE-D6B3-0C9F-8CFA-E229B426F82F}"/>
          </ac:picMkLst>
        </pc:picChg>
      </pc:sldChg>
      <pc:sldChg chg="addSp delSp modSp mod setBg">
        <pc:chgData name="Nirwan, Ashmitsingh" userId="59c07b9c-c207-4137-8a0c-b87611ef7a40" providerId="ADAL" clId="{B5920EF4-6BC3-4494-B4ED-3A04A779FE26}" dt="2026-04-15T04:48:02.692" v="138" actId="5793"/>
        <pc:sldMkLst>
          <pc:docMk/>
          <pc:sldMk cId="0" sldId="259"/>
        </pc:sldMkLst>
        <pc:spChg chg="mod">
          <ac:chgData name="Nirwan, Ashmitsingh" userId="59c07b9c-c207-4137-8a0c-b87611ef7a40" providerId="ADAL" clId="{B5920EF4-6BC3-4494-B4ED-3A04A779FE26}" dt="2026-04-15T04:25:16.019" v="27" actId="26606"/>
          <ac:spMkLst>
            <pc:docMk/>
            <pc:sldMk cId="0" sldId="259"/>
            <ac:spMk id="2" creationId="{00000000-0000-0000-0000-000000000000}"/>
          </ac:spMkLst>
        </pc:spChg>
        <pc:spChg chg="mod">
          <ac:chgData name="Nirwan, Ashmitsingh" userId="59c07b9c-c207-4137-8a0c-b87611ef7a40" providerId="ADAL" clId="{B5920EF4-6BC3-4494-B4ED-3A04A779FE26}" dt="2026-04-15T04:48:02.692" v="138" actId="5793"/>
          <ac:spMkLst>
            <pc:docMk/>
            <pc:sldMk cId="0" sldId="259"/>
            <ac:spMk id="3" creationId="{00000000-0000-0000-0000-000000000000}"/>
          </ac:spMkLst>
        </pc:spChg>
        <pc:spChg chg="del">
          <ac:chgData name="Nirwan, Ashmitsingh" userId="59c07b9c-c207-4137-8a0c-b87611ef7a40" providerId="ADAL" clId="{B5920EF4-6BC3-4494-B4ED-3A04A779FE26}" dt="2026-04-15T04:23:20.648" v="8" actId="478"/>
          <ac:spMkLst>
            <pc:docMk/>
            <pc:sldMk cId="0" sldId="259"/>
            <ac:spMk id="4" creationId="{00000000-0000-0000-0000-000000000000}"/>
          </ac:spMkLst>
        </pc:spChg>
        <pc:spChg chg="add">
          <ac:chgData name="Nirwan, Ashmitsingh" userId="59c07b9c-c207-4137-8a0c-b87611ef7a40" providerId="ADAL" clId="{B5920EF4-6BC3-4494-B4ED-3A04A779FE26}" dt="2026-04-15T04:25:16.019" v="27" actId="26606"/>
          <ac:spMkLst>
            <pc:docMk/>
            <pc:sldMk cId="0" sldId="259"/>
            <ac:spMk id="9" creationId="{2C61293E-6EBE-43EF-A52C-9BEBFD7679D4}"/>
          </ac:spMkLst>
        </pc:spChg>
        <pc:spChg chg="add">
          <ac:chgData name="Nirwan, Ashmitsingh" userId="59c07b9c-c207-4137-8a0c-b87611ef7a40" providerId="ADAL" clId="{B5920EF4-6BC3-4494-B4ED-3A04A779FE26}" dt="2026-04-15T04:25:16.019" v="27" actId="26606"/>
          <ac:spMkLst>
            <pc:docMk/>
            <pc:sldMk cId="0" sldId="259"/>
            <ac:spMk id="11" creationId="{21540236-BFD5-4A9D-8840-4703E7F76825}"/>
          </ac:spMkLst>
        </pc:spChg>
        <pc:picChg chg="add">
          <ac:chgData name="Nirwan, Ashmitsingh" userId="59c07b9c-c207-4137-8a0c-b87611ef7a40" providerId="ADAL" clId="{B5920EF4-6BC3-4494-B4ED-3A04A779FE26}" dt="2026-04-15T04:25:16.019" v="27" actId="26606"/>
          <ac:picMkLst>
            <pc:docMk/>
            <pc:sldMk cId="0" sldId="259"/>
            <ac:picMk id="5" creationId="{A6692BC4-AD0A-33EA-6AA5-C884A3C05147}"/>
          </ac:picMkLst>
        </pc:picChg>
      </pc:sldChg>
      <pc:sldChg chg="addSp delSp modSp mod setBg addAnim modAnim">
        <pc:chgData name="Nirwan, Ashmitsingh" userId="59c07b9c-c207-4137-8a0c-b87611ef7a40" providerId="ADAL" clId="{B5920EF4-6BC3-4494-B4ED-3A04A779FE26}" dt="2026-04-15T04:56:59.511" v="357" actId="114"/>
        <pc:sldMkLst>
          <pc:docMk/>
          <pc:sldMk cId="0" sldId="260"/>
        </pc:sldMkLst>
        <pc:spChg chg="mod">
          <ac:chgData name="Nirwan, Ashmitsingh" userId="59c07b9c-c207-4137-8a0c-b87611ef7a40" providerId="ADAL" clId="{B5920EF4-6BC3-4494-B4ED-3A04A779FE26}" dt="2026-04-15T04:27:33.446" v="48" actId="26606"/>
          <ac:spMkLst>
            <pc:docMk/>
            <pc:sldMk cId="0" sldId="260"/>
            <ac:spMk id="2" creationId="{00000000-0000-0000-0000-000000000000}"/>
          </ac:spMkLst>
        </pc:spChg>
        <pc:spChg chg="del mod">
          <ac:chgData name="Nirwan, Ashmitsingh" userId="59c07b9c-c207-4137-8a0c-b87611ef7a40" providerId="ADAL" clId="{B5920EF4-6BC3-4494-B4ED-3A04A779FE26}" dt="2026-04-15T04:27:41.406" v="49" actId="478"/>
          <ac:spMkLst>
            <pc:docMk/>
            <pc:sldMk cId="0" sldId="260"/>
            <ac:spMk id="3" creationId="{00000000-0000-0000-0000-000000000000}"/>
          </ac:spMkLst>
        </pc:spChg>
        <pc:spChg chg="add del">
          <ac:chgData name="Nirwan, Ashmitsingh" userId="59c07b9c-c207-4137-8a0c-b87611ef7a40" providerId="ADAL" clId="{B5920EF4-6BC3-4494-B4ED-3A04A779FE26}" dt="2026-04-15T04:25:50.053" v="33" actId="26606"/>
          <ac:spMkLst>
            <pc:docMk/>
            <pc:sldMk cId="0" sldId="260"/>
            <ac:spMk id="8" creationId="{943CAA20-3569-4189-9E48-239A229A86CA}"/>
          </ac:spMkLst>
        </pc:spChg>
        <pc:spChg chg="add mod">
          <ac:chgData name="Nirwan, Ashmitsingh" userId="59c07b9c-c207-4137-8a0c-b87611ef7a40" providerId="ADAL" clId="{B5920EF4-6BC3-4494-B4ED-3A04A779FE26}" dt="2026-04-15T04:56:59.511" v="357" actId="114"/>
          <ac:spMkLst>
            <pc:docMk/>
            <pc:sldMk cId="0" sldId="260"/>
            <ac:spMk id="8" creationId="{9FAA12AB-5541-BE08-AD4E-45FC405D133E}"/>
          </ac:spMkLst>
        </pc:spChg>
        <pc:spChg chg="add del">
          <ac:chgData name="Nirwan, Ashmitsingh" userId="59c07b9c-c207-4137-8a0c-b87611ef7a40" providerId="ADAL" clId="{B5920EF4-6BC3-4494-B4ED-3A04A779FE26}" dt="2026-04-15T04:25:50.053" v="33" actId="26606"/>
          <ac:spMkLst>
            <pc:docMk/>
            <pc:sldMk cId="0" sldId="260"/>
            <ac:spMk id="10" creationId="{DA542B6D-E775-4832-91DC-2D20F857813A}"/>
          </ac:spMkLst>
        </pc:spChg>
        <pc:spChg chg="add del">
          <ac:chgData name="Nirwan, Ashmitsingh" userId="59c07b9c-c207-4137-8a0c-b87611ef7a40" providerId="ADAL" clId="{B5920EF4-6BC3-4494-B4ED-3A04A779FE26}" dt="2026-04-15T04:27:06.381" v="43" actId="26606"/>
          <ac:spMkLst>
            <pc:docMk/>
            <pc:sldMk cId="0" sldId="260"/>
            <ac:spMk id="15" creationId="{943CAA20-3569-4189-9E48-239A229A86CA}"/>
          </ac:spMkLst>
        </pc:spChg>
        <pc:spChg chg="add del">
          <ac:chgData name="Nirwan, Ashmitsingh" userId="59c07b9c-c207-4137-8a0c-b87611ef7a40" providerId="ADAL" clId="{B5920EF4-6BC3-4494-B4ED-3A04A779FE26}" dt="2026-04-15T04:27:06.381" v="43" actId="26606"/>
          <ac:spMkLst>
            <pc:docMk/>
            <pc:sldMk cId="0" sldId="260"/>
            <ac:spMk id="17" creationId="{DA542B6D-E775-4832-91DC-2D20F857813A}"/>
          </ac:spMkLst>
        </pc:spChg>
        <pc:spChg chg="add del">
          <ac:chgData name="Nirwan, Ashmitsingh" userId="59c07b9c-c207-4137-8a0c-b87611ef7a40" providerId="ADAL" clId="{B5920EF4-6BC3-4494-B4ED-3A04A779FE26}" dt="2026-04-15T04:27:19.166" v="46" actId="26606"/>
          <ac:spMkLst>
            <pc:docMk/>
            <pc:sldMk cId="0" sldId="260"/>
            <ac:spMk id="22" creationId="{8A94871E-96FC-4ADE-815B-41A636E34F1A}"/>
          </ac:spMkLst>
        </pc:spChg>
        <pc:spChg chg="add del">
          <ac:chgData name="Nirwan, Ashmitsingh" userId="59c07b9c-c207-4137-8a0c-b87611ef7a40" providerId="ADAL" clId="{B5920EF4-6BC3-4494-B4ED-3A04A779FE26}" dt="2026-04-15T04:27:19.166" v="46" actId="26606"/>
          <ac:spMkLst>
            <pc:docMk/>
            <pc:sldMk cId="0" sldId="260"/>
            <ac:spMk id="24" creationId="{3FCFB1DE-0B7E-48CC-BA90-B2AB0889F9D6}"/>
          </ac:spMkLst>
        </pc:spChg>
        <pc:spChg chg="add del">
          <ac:chgData name="Nirwan, Ashmitsingh" userId="59c07b9c-c207-4137-8a0c-b87611ef7a40" providerId="ADAL" clId="{B5920EF4-6BC3-4494-B4ED-3A04A779FE26}" dt="2026-04-15T04:27:33.446" v="48" actId="26606"/>
          <ac:spMkLst>
            <pc:docMk/>
            <pc:sldMk cId="0" sldId="260"/>
            <ac:spMk id="29" creationId="{C4879EFC-8E62-4E00-973C-C45EE9EC676D}"/>
          </ac:spMkLst>
        </pc:spChg>
        <pc:spChg chg="add del">
          <ac:chgData name="Nirwan, Ashmitsingh" userId="59c07b9c-c207-4137-8a0c-b87611ef7a40" providerId="ADAL" clId="{B5920EF4-6BC3-4494-B4ED-3A04A779FE26}" dt="2026-04-15T04:27:33.446" v="48" actId="26606"/>
          <ac:spMkLst>
            <pc:docMk/>
            <pc:sldMk cId="0" sldId="260"/>
            <ac:spMk id="31" creationId="{D6A9C53F-5F90-40A5-8C85-5412D39C8C68}"/>
          </ac:spMkLst>
        </pc:spChg>
        <pc:spChg chg="add">
          <ac:chgData name="Nirwan, Ashmitsingh" userId="59c07b9c-c207-4137-8a0c-b87611ef7a40" providerId="ADAL" clId="{B5920EF4-6BC3-4494-B4ED-3A04A779FE26}" dt="2026-04-15T04:27:33.446" v="48" actId="26606"/>
          <ac:spMkLst>
            <pc:docMk/>
            <pc:sldMk cId="0" sldId="260"/>
            <ac:spMk id="36" creationId="{7C98A213-5994-475E-B327-DC6EC27FBA8B}"/>
          </ac:spMkLst>
        </pc:spChg>
        <pc:spChg chg="add">
          <ac:chgData name="Nirwan, Ashmitsingh" userId="59c07b9c-c207-4137-8a0c-b87611ef7a40" providerId="ADAL" clId="{B5920EF4-6BC3-4494-B4ED-3A04A779FE26}" dt="2026-04-15T04:27:33.446" v="48" actId="26606"/>
          <ac:spMkLst>
            <pc:docMk/>
            <pc:sldMk cId="0" sldId="260"/>
            <ac:spMk id="38" creationId="{4B030A0D-0DAD-4A99-89BB-419527D6A64B}"/>
          </ac:spMkLst>
        </pc:spChg>
        <pc:picChg chg="add mod">
          <ac:chgData name="Nirwan, Ashmitsingh" userId="59c07b9c-c207-4137-8a0c-b87611ef7a40" providerId="ADAL" clId="{B5920EF4-6BC3-4494-B4ED-3A04A779FE26}" dt="2026-04-15T04:33:33.619" v="105" actId="14100"/>
          <ac:picMkLst>
            <pc:docMk/>
            <pc:sldMk cId="0" sldId="260"/>
            <ac:picMk id="4" creationId="{712B0D24-4DEB-C1B9-1DE1-23C30EC29370}"/>
          </ac:picMkLst>
        </pc:picChg>
        <pc:picChg chg="add mod">
          <ac:chgData name="Nirwan, Ashmitsingh" userId="59c07b9c-c207-4137-8a0c-b87611ef7a40" providerId="ADAL" clId="{B5920EF4-6BC3-4494-B4ED-3A04A779FE26}" dt="2026-04-15T04:33:23.577" v="101" actId="1076"/>
          <ac:picMkLst>
            <pc:docMk/>
            <pc:sldMk cId="0" sldId="260"/>
            <ac:picMk id="5" creationId="{80956536-10C7-511F-2759-7CCA9313317A}"/>
          </ac:picMkLst>
        </pc:picChg>
        <pc:picChg chg="add mod ord">
          <ac:chgData name="Nirwan, Ashmitsingh" userId="59c07b9c-c207-4137-8a0c-b87611ef7a40" providerId="ADAL" clId="{B5920EF4-6BC3-4494-B4ED-3A04A779FE26}" dt="2026-04-15T04:33:26.530" v="102" actId="1076"/>
          <ac:picMkLst>
            <pc:docMk/>
            <pc:sldMk cId="0" sldId="260"/>
            <ac:picMk id="6" creationId="{A0976ECD-5E2E-15BF-154D-FF310ED435E9}"/>
          </ac:picMkLst>
        </pc:picChg>
      </pc:sldChg>
      <pc:sldChg chg="addSp delSp modSp mod setBg addAnim modAnim">
        <pc:chgData name="Nirwan, Ashmitsingh" userId="59c07b9c-c207-4137-8a0c-b87611ef7a40" providerId="ADAL" clId="{B5920EF4-6BC3-4494-B4ED-3A04A779FE26}" dt="2026-04-15T04:48:41.816" v="147" actId="1076"/>
        <pc:sldMkLst>
          <pc:docMk/>
          <pc:sldMk cId="0" sldId="261"/>
        </pc:sldMkLst>
        <pc:spChg chg="mod">
          <ac:chgData name="Nirwan, Ashmitsingh" userId="59c07b9c-c207-4137-8a0c-b87611ef7a40" providerId="ADAL" clId="{B5920EF4-6BC3-4494-B4ED-3A04A779FE26}" dt="2026-04-15T04:28:23.316" v="55" actId="26606"/>
          <ac:spMkLst>
            <pc:docMk/>
            <pc:sldMk cId="0" sldId="261"/>
            <ac:spMk id="2" creationId="{00000000-0000-0000-0000-000000000000}"/>
          </ac:spMkLst>
        </pc:spChg>
        <pc:spChg chg="del mod">
          <ac:chgData name="Nirwan, Ashmitsingh" userId="59c07b9c-c207-4137-8a0c-b87611ef7a40" providerId="ADAL" clId="{B5920EF4-6BC3-4494-B4ED-3A04A779FE26}" dt="2026-04-15T04:28:58.646" v="58" actId="478"/>
          <ac:spMkLst>
            <pc:docMk/>
            <pc:sldMk cId="0" sldId="261"/>
            <ac:spMk id="3" creationId="{00000000-0000-0000-0000-000000000000}"/>
          </ac:spMkLst>
        </pc:spChg>
        <pc:spChg chg="add mod">
          <ac:chgData name="Nirwan, Ashmitsingh" userId="59c07b9c-c207-4137-8a0c-b87611ef7a40" providerId="ADAL" clId="{B5920EF4-6BC3-4494-B4ED-3A04A779FE26}" dt="2026-04-15T04:48:41.816" v="147" actId="1076"/>
          <ac:spMkLst>
            <pc:docMk/>
            <pc:sldMk cId="0" sldId="261"/>
            <ac:spMk id="6" creationId="{BC653375-097E-BC0F-F711-358B4A89EE33}"/>
          </ac:spMkLst>
        </pc:spChg>
        <pc:spChg chg="add del">
          <ac:chgData name="Nirwan, Ashmitsingh" userId="59c07b9c-c207-4137-8a0c-b87611ef7a40" providerId="ADAL" clId="{B5920EF4-6BC3-4494-B4ED-3A04A779FE26}" dt="2026-04-15T04:28:23.316" v="55" actId="26606"/>
          <ac:spMkLst>
            <pc:docMk/>
            <pc:sldMk cId="0" sldId="261"/>
            <ac:spMk id="8" creationId="{943CAA20-3569-4189-9E48-239A229A86CA}"/>
          </ac:spMkLst>
        </pc:spChg>
        <pc:spChg chg="add del">
          <ac:chgData name="Nirwan, Ashmitsingh" userId="59c07b9c-c207-4137-8a0c-b87611ef7a40" providerId="ADAL" clId="{B5920EF4-6BC3-4494-B4ED-3A04A779FE26}" dt="2026-04-15T04:28:23.316" v="55" actId="26606"/>
          <ac:spMkLst>
            <pc:docMk/>
            <pc:sldMk cId="0" sldId="261"/>
            <ac:spMk id="10" creationId="{DA542B6D-E775-4832-91DC-2D20F857813A}"/>
          </ac:spMkLst>
        </pc:spChg>
        <pc:spChg chg="add">
          <ac:chgData name="Nirwan, Ashmitsingh" userId="59c07b9c-c207-4137-8a0c-b87611ef7a40" providerId="ADAL" clId="{B5920EF4-6BC3-4494-B4ED-3A04A779FE26}" dt="2026-04-15T04:28:23.316" v="55" actId="26606"/>
          <ac:spMkLst>
            <pc:docMk/>
            <pc:sldMk cId="0" sldId="261"/>
            <ac:spMk id="15" creationId="{BCED4D40-4B67-4331-AC48-79B82B4A47D8}"/>
          </ac:spMkLst>
        </pc:spChg>
        <pc:spChg chg="add">
          <ac:chgData name="Nirwan, Ashmitsingh" userId="59c07b9c-c207-4137-8a0c-b87611ef7a40" providerId="ADAL" clId="{B5920EF4-6BC3-4494-B4ED-3A04A779FE26}" dt="2026-04-15T04:28:23.316" v="55" actId="26606"/>
          <ac:spMkLst>
            <pc:docMk/>
            <pc:sldMk cId="0" sldId="261"/>
            <ac:spMk id="17" creationId="{670CEDEF-4F34-412E-84EE-329C1E936AF5}"/>
          </ac:spMkLst>
        </pc:spChg>
        <pc:picChg chg="add mod">
          <ac:chgData name="Nirwan, Ashmitsingh" userId="59c07b9c-c207-4137-8a0c-b87611ef7a40" providerId="ADAL" clId="{B5920EF4-6BC3-4494-B4ED-3A04A779FE26}" dt="2026-04-15T04:29:02.211" v="59" actId="14100"/>
          <ac:picMkLst>
            <pc:docMk/>
            <pc:sldMk cId="0" sldId="261"/>
            <ac:picMk id="4" creationId="{A8C4A819-0A5A-7ECB-E6EF-CE0C57CE2758}"/>
          </ac:picMkLst>
        </pc:picChg>
      </pc:sldChg>
      <pc:sldChg chg="addSp delSp modSp mod setBg addAnim modAnim">
        <pc:chgData name="Nirwan, Ashmitsingh" userId="59c07b9c-c207-4137-8a0c-b87611ef7a40" providerId="ADAL" clId="{B5920EF4-6BC3-4494-B4ED-3A04A779FE26}" dt="2026-04-15T04:59:06.850" v="360" actId="13822"/>
        <pc:sldMkLst>
          <pc:docMk/>
          <pc:sldMk cId="0" sldId="262"/>
        </pc:sldMkLst>
        <pc:spChg chg="mod">
          <ac:chgData name="Nirwan, Ashmitsingh" userId="59c07b9c-c207-4137-8a0c-b87611ef7a40" providerId="ADAL" clId="{B5920EF4-6BC3-4494-B4ED-3A04A779FE26}" dt="2026-04-15T04:51:29.479" v="197" actId="122"/>
          <ac:spMkLst>
            <pc:docMk/>
            <pc:sldMk cId="0" sldId="262"/>
            <ac:spMk id="2" creationId="{00000000-0000-0000-0000-000000000000}"/>
          </ac:spMkLst>
        </pc:spChg>
        <pc:spChg chg="del mod">
          <ac:chgData name="Nirwan, Ashmitsingh" userId="59c07b9c-c207-4137-8a0c-b87611ef7a40" providerId="ADAL" clId="{B5920EF4-6BC3-4494-B4ED-3A04A779FE26}" dt="2026-04-15T04:28:56.393" v="57" actId="478"/>
          <ac:spMkLst>
            <pc:docMk/>
            <pc:sldMk cId="0" sldId="262"/>
            <ac:spMk id="3" creationId="{00000000-0000-0000-0000-000000000000}"/>
          </ac:spMkLst>
        </pc:spChg>
        <pc:spChg chg="add">
          <ac:chgData name="Nirwan, Ashmitsingh" userId="59c07b9c-c207-4137-8a0c-b87611ef7a40" providerId="ADAL" clId="{B5920EF4-6BC3-4494-B4ED-3A04A779FE26}" dt="2026-04-15T04:49:14.665" v="158"/>
          <ac:spMkLst>
            <pc:docMk/>
            <pc:sldMk cId="0" sldId="262"/>
            <ac:spMk id="3" creationId="{64BAE6E7-1A68-E4AA-F567-BEF6CF553624}"/>
          </ac:spMkLst>
        </pc:spChg>
        <pc:spChg chg="add">
          <ac:chgData name="Nirwan, Ashmitsingh" userId="59c07b9c-c207-4137-8a0c-b87611ef7a40" providerId="ADAL" clId="{B5920EF4-6BC3-4494-B4ED-3A04A779FE26}" dt="2026-04-15T04:49:27.369" v="159"/>
          <ac:spMkLst>
            <pc:docMk/>
            <pc:sldMk cId="0" sldId="262"/>
            <ac:spMk id="5" creationId="{9C0915D9-8774-6E31-A975-93AAD4F30AFB}"/>
          </ac:spMkLst>
        </pc:spChg>
        <pc:spChg chg="add mod">
          <ac:chgData name="Nirwan, Ashmitsingh" userId="59c07b9c-c207-4137-8a0c-b87611ef7a40" providerId="ADAL" clId="{B5920EF4-6BC3-4494-B4ED-3A04A779FE26}" dt="2026-04-15T04:59:06.850" v="360" actId="13822"/>
          <ac:spMkLst>
            <pc:docMk/>
            <pc:sldMk cId="0" sldId="262"/>
            <ac:spMk id="8" creationId="{FE53BDBB-B603-B895-C590-A48F51133579}"/>
          </ac:spMkLst>
        </pc:spChg>
        <pc:spChg chg="add del">
          <ac:chgData name="Nirwan, Ashmitsingh" userId="59c07b9c-c207-4137-8a0c-b87611ef7a40" providerId="ADAL" clId="{B5920EF4-6BC3-4494-B4ED-3A04A779FE26}" dt="2026-04-15T04:30:11.212" v="72" actId="26606"/>
          <ac:spMkLst>
            <pc:docMk/>
            <pc:sldMk cId="0" sldId="262"/>
            <ac:spMk id="9" creationId="{9B7AD9F6-8CE7-4299-8FC6-328F4DCD3FF9}"/>
          </ac:spMkLst>
        </pc:spChg>
        <pc:spChg chg="add del">
          <ac:chgData name="Nirwan, Ashmitsingh" userId="59c07b9c-c207-4137-8a0c-b87611ef7a40" providerId="ADAL" clId="{B5920EF4-6BC3-4494-B4ED-3A04A779FE26}" dt="2026-04-15T04:30:11.212" v="72" actId="26606"/>
          <ac:spMkLst>
            <pc:docMk/>
            <pc:sldMk cId="0" sldId="262"/>
            <ac:spMk id="11" creationId="{F49775AF-8896-43EE-92C6-83497D6DC56F}"/>
          </ac:spMkLst>
        </pc:spChg>
        <pc:spChg chg="add">
          <ac:chgData name="Nirwan, Ashmitsingh" userId="59c07b9c-c207-4137-8a0c-b87611ef7a40" providerId="ADAL" clId="{B5920EF4-6BC3-4494-B4ED-3A04A779FE26}" dt="2026-04-15T04:30:11.212" v="72" actId="26606"/>
          <ac:spMkLst>
            <pc:docMk/>
            <pc:sldMk cId="0" sldId="262"/>
            <ac:spMk id="16" creationId="{C4879EFC-8E62-4E00-973C-C45EE9EC676D}"/>
          </ac:spMkLst>
        </pc:spChg>
        <pc:spChg chg="add">
          <ac:chgData name="Nirwan, Ashmitsingh" userId="59c07b9c-c207-4137-8a0c-b87611ef7a40" providerId="ADAL" clId="{B5920EF4-6BC3-4494-B4ED-3A04A779FE26}" dt="2026-04-15T04:30:11.212" v="72" actId="26606"/>
          <ac:spMkLst>
            <pc:docMk/>
            <pc:sldMk cId="0" sldId="262"/>
            <ac:spMk id="18" creationId="{D6A9C53F-5F90-40A5-8C85-5412D39C8C68}"/>
          </ac:spMkLst>
        </pc:spChg>
        <pc:picChg chg="add mod">
          <ac:chgData name="Nirwan, Ashmitsingh" userId="59c07b9c-c207-4137-8a0c-b87611ef7a40" providerId="ADAL" clId="{B5920EF4-6BC3-4494-B4ED-3A04A779FE26}" dt="2026-04-15T04:50:15.549" v="173" actId="14100"/>
          <ac:picMkLst>
            <pc:docMk/>
            <pc:sldMk cId="0" sldId="262"/>
            <ac:picMk id="4" creationId="{6ECDB02B-1B68-F378-30EE-4F861DB8F318}"/>
          </ac:picMkLst>
        </pc:picChg>
        <pc:picChg chg="add del mod ord">
          <ac:chgData name="Nirwan, Ashmitsingh" userId="59c07b9c-c207-4137-8a0c-b87611ef7a40" providerId="ADAL" clId="{B5920EF4-6BC3-4494-B4ED-3A04A779FE26}" dt="2026-04-15T04:30:14.148" v="73" actId="478"/>
          <ac:picMkLst>
            <pc:docMk/>
            <pc:sldMk cId="0" sldId="262"/>
            <ac:picMk id="5" creationId="{F8899C1C-D572-CDC7-EB29-2F37C1D2194D}"/>
          </ac:picMkLst>
        </pc:picChg>
      </pc:sldChg>
      <pc:sldChg chg="addSp delSp modSp mod setBg">
        <pc:chgData name="Nirwan, Ashmitsingh" userId="59c07b9c-c207-4137-8a0c-b87611ef7a40" providerId="ADAL" clId="{B5920EF4-6BC3-4494-B4ED-3A04A779FE26}" dt="2026-04-15T04:54:17.541" v="257" actId="114"/>
        <pc:sldMkLst>
          <pc:docMk/>
          <pc:sldMk cId="0" sldId="263"/>
        </pc:sldMkLst>
        <pc:spChg chg="mod">
          <ac:chgData name="Nirwan, Ashmitsingh" userId="59c07b9c-c207-4137-8a0c-b87611ef7a40" providerId="ADAL" clId="{B5920EF4-6BC3-4494-B4ED-3A04A779FE26}" dt="2026-04-15T04:26:20.708" v="35" actId="26606"/>
          <ac:spMkLst>
            <pc:docMk/>
            <pc:sldMk cId="0" sldId="263"/>
            <ac:spMk id="2" creationId="{00000000-0000-0000-0000-000000000000}"/>
          </ac:spMkLst>
        </pc:spChg>
        <pc:spChg chg="mod">
          <ac:chgData name="Nirwan, Ashmitsingh" userId="59c07b9c-c207-4137-8a0c-b87611ef7a40" providerId="ADAL" clId="{B5920EF4-6BC3-4494-B4ED-3A04A779FE26}" dt="2026-04-15T04:54:06.051" v="253" actId="5793"/>
          <ac:spMkLst>
            <pc:docMk/>
            <pc:sldMk cId="0" sldId="263"/>
            <ac:spMk id="3" creationId="{00000000-0000-0000-0000-000000000000}"/>
          </ac:spMkLst>
        </pc:spChg>
        <pc:spChg chg="del">
          <ac:chgData name="Nirwan, Ashmitsingh" userId="59c07b9c-c207-4137-8a0c-b87611ef7a40" providerId="ADAL" clId="{B5920EF4-6BC3-4494-B4ED-3A04A779FE26}" dt="2026-04-15T04:23:28.666" v="9" actId="478"/>
          <ac:spMkLst>
            <pc:docMk/>
            <pc:sldMk cId="0" sldId="263"/>
            <ac:spMk id="4" creationId="{00000000-0000-0000-0000-000000000000}"/>
          </ac:spMkLst>
        </pc:spChg>
        <pc:spChg chg="add mod">
          <ac:chgData name="Nirwan, Ashmitsingh" userId="59c07b9c-c207-4137-8a0c-b87611ef7a40" providerId="ADAL" clId="{B5920EF4-6BC3-4494-B4ED-3A04A779FE26}" dt="2026-04-15T04:54:17.541" v="257" actId="114"/>
          <ac:spMkLst>
            <pc:docMk/>
            <pc:sldMk cId="0" sldId="263"/>
            <ac:spMk id="7" creationId="{A647F141-E58B-424F-4DBA-54C69DB89B7B}"/>
          </ac:spMkLst>
        </pc:spChg>
        <pc:spChg chg="add">
          <ac:chgData name="Nirwan, Ashmitsingh" userId="59c07b9c-c207-4137-8a0c-b87611ef7a40" providerId="ADAL" clId="{B5920EF4-6BC3-4494-B4ED-3A04A779FE26}" dt="2026-04-15T04:26:20.708" v="35" actId="26606"/>
          <ac:spMkLst>
            <pc:docMk/>
            <pc:sldMk cId="0" sldId="263"/>
            <ac:spMk id="9" creationId="{2C61293E-6EBE-43EF-A52C-9BEBFD7679D4}"/>
          </ac:spMkLst>
        </pc:spChg>
        <pc:spChg chg="add">
          <ac:chgData name="Nirwan, Ashmitsingh" userId="59c07b9c-c207-4137-8a0c-b87611ef7a40" providerId="ADAL" clId="{B5920EF4-6BC3-4494-B4ED-3A04A779FE26}" dt="2026-04-15T04:26:20.708" v="35" actId="26606"/>
          <ac:spMkLst>
            <pc:docMk/>
            <pc:sldMk cId="0" sldId="263"/>
            <ac:spMk id="11" creationId="{21540236-BFD5-4A9D-8840-4703E7F76825}"/>
          </ac:spMkLst>
        </pc:spChg>
        <pc:picChg chg="add">
          <ac:chgData name="Nirwan, Ashmitsingh" userId="59c07b9c-c207-4137-8a0c-b87611ef7a40" providerId="ADAL" clId="{B5920EF4-6BC3-4494-B4ED-3A04A779FE26}" dt="2026-04-15T04:26:20.708" v="35" actId="26606"/>
          <ac:picMkLst>
            <pc:docMk/>
            <pc:sldMk cId="0" sldId="263"/>
            <ac:picMk id="5" creationId="{CC8F0126-222D-0A4A-DF75-69629C04E56B}"/>
          </ac:picMkLst>
        </pc:picChg>
      </pc:sldChg>
      <pc:sldChg chg="addSp delSp modSp mod setBg">
        <pc:chgData name="Nirwan, Ashmitsingh" userId="59c07b9c-c207-4137-8a0c-b87611ef7a40" providerId="ADAL" clId="{B5920EF4-6BC3-4494-B4ED-3A04A779FE26}" dt="2026-04-15T04:54:52.515" v="268" actId="122"/>
        <pc:sldMkLst>
          <pc:docMk/>
          <pc:sldMk cId="0" sldId="264"/>
        </pc:sldMkLst>
        <pc:spChg chg="mod">
          <ac:chgData name="Nirwan, Ashmitsingh" userId="59c07b9c-c207-4137-8a0c-b87611ef7a40" providerId="ADAL" clId="{B5920EF4-6BC3-4494-B4ED-3A04A779FE26}" dt="2026-04-15T04:26:25.274" v="36" actId="26606"/>
          <ac:spMkLst>
            <pc:docMk/>
            <pc:sldMk cId="0" sldId="264"/>
            <ac:spMk id="2" creationId="{00000000-0000-0000-0000-000000000000}"/>
          </ac:spMkLst>
        </pc:spChg>
        <pc:spChg chg="mod">
          <ac:chgData name="Nirwan, Ashmitsingh" userId="59c07b9c-c207-4137-8a0c-b87611ef7a40" providerId="ADAL" clId="{B5920EF4-6BC3-4494-B4ED-3A04A779FE26}" dt="2026-04-15T04:54:28.542" v="259" actId="5793"/>
          <ac:spMkLst>
            <pc:docMk/>
            <pc:sldMk cId="0" sldId="264"/>
            <ac:spMk id="3" creationId="{00000000-0000-0000-0000-000000000000}"/>
          </ac:spMkLst>
        </pc:spChg>
        <pc:spChg chg="del mod">
          <ac:chgData name="Nirwan, Ashmitsingh" userId="59c07b9c-c207-4137-8a0c-b87611ef7a40" providerId="ADAL" clId="{B5920EF4-6BC3-4494-B4ED-3A04A779FE26}" dt="2026-04-15T04:23:33.731" v="11" actId="478"/>
          <ac:spMkLst>
            <pc:docMk/>
            <pc:sldMk cId="0" sldId="264"/>
            <ac:spMk id="4" creationId="{00000000-0000-0000-0000-000000000000}"/>
          </ac:spMkLst>
        </pc:spChg>
        <pc:spChg chg="add mod">
          <ac:chgData name="Nirwan, Ashmitsingh" userId="59c07b9c-c207-4137-8a0c-b87611ef7a40" providerId="ADAL" clId="{B5920EF4-6BC3-4494-B4ED-3A04A779FE26}" dt="2026-04-15T04:54:52.515" v="268" actId="122"/>
          <ac:spMkLst>
            <pc:docMk/>
            <pc:sldMk cId="0" sldId="264"/>
            <ac:spMk id="6" creationId="{71B5CB8C-6037-00C7-BE01-D979D68A2313}"/>
          </ac:spMkLst>
        </pc:spChg>
        <pc:spChg chg="add">
          <ac:chgData name="Nirwan, Ashmitsingh" userId="59c07b9c-c207-4137-8a0c-b87611ef7a40" providerId="ADAL" clId="{B5920EF4-6BC3-4494-B4ED-3A04A779FE26}" dt="2026-04-15T04:26:25.274" v="36" actId="26606"/>
          <ac:spMkLst>
            <pc:docMk/>
            <pc:sldMk cId="0" sldId="264"/>
            <ac:spMk id="8" creationId="{100EDD19-6802-4EC3-95CE-CFFAB042CFD6}"/>
          </ac:spMkLst>
        </pc:spChg>
        <pc:spChg chg="add">
          <ac:chgData name="Nirwan, Ashmitsingh" userId="59c07b9c-c207-4137-8a0c-b87611ef7a40" providerId="ADAL" clId="{B5920EF4-6BC3-4494-B4ED-3A04A779FE26}" dt="2026-04-15T04:26:25.274" v="36" actId="26606"/>
          <ac:spMkLst>
            <pc:docMk/>
            <pc:sldMk cId="0" sldId="264"/>
            <ac:spMk id="10" creationId="{DB17E863-922E-4C26-BD64-E8FD41D28661}"/>
          </ac:spMkLst>
        </pc:spChg>
      </pc:sldChg>
      <pc:sldChg chg="addSp delSp modSp mod setBg">
        <pc:chgData name="Nirwan, Ashmitsingh" userId="59c07b9c-c207-4137-8a0c-b87611ef7a40" providerId="ADAL" clId="{B5920EF4-6BC3-4494-B4ED-3A04A779FE26}" dt="2026-04-15T04:55:26.391" v="319" actId="20577"/>
        <pc:sldMkLst>
          <pc:docMk/>
          <pc:sldMk cId="0" sldId="265"/>
        </pc:sldMkLst>
        <pc:spChg chg="mod">
          <ac:chgData name="Nirwan, Ashmitsingh" userId="59c07b9c-c207-4137-8a0c-b87611ef7a40" providerId="ADAL" clId="{B5920EF4-6BC3-4494-B4ED-3A04A779FE26}" dt="2026-04-15T04:26:29.776" v="39" actId="26606"/>
          <ac:spMkLst>
            <pc:docMk/>
            <pc:sldMk cId="0" sldId="265"/>
            <ac:spMk id="2" creationId="{00000000-0000-0000-0000-000000000000}"/>
          </ac:spMkLst>
        </pc:spChg>
        <pc:spChg chg="mod">
          <ac:chgData name="Nirwan, Ashmitsingh" userId="59c07b9c-c207-4137-8a0c-b87611ef7a40" providerId="ADAL" clId="{B5920EF4-6BC3-4494-B4ED-3A04A779FE26}" dt="2026-04-15T04:55:26.391" v="319" actId="20577"/>
          <ac:spMkLst>
            <pc:docMk/>
            <pc:sldMk cId="0" sldId="265"/>
            <ac:spMk id="3" creationId="{00000000-0000-0000-0000-000000000000}"/>
          </ac:spMkLst>
        </pc:spChg>
        <pc:spChg chg="del">
          <ac:chgData name="Nirwan, Ashmitsingh" userId="59c07b9c-c207-4137-8a0c-b87611ef7a40" providerId="ADAL" clId="{B5920EF4-6BC3-4494-B4ED-3A04A779FE26}" dt="2026-04-15T04:23:37.760" v="12" actId="478"/>
          <ac:spMkLst>
            <pc:docMk/>
            <pc:sldMk cId="0" sldId="265"/>
            <ac:spMk id="4" creationId="{00000000-0000-0000-0000-000000000000}"/>
          </ac:spMkLst>
        </pc:spChg>
        <pc:spChg chg="add del">
          <ac:chgData name="Nirwan, Ashmitsingh" userId="59c07b9c-c207-4137-8a0c-b87611ef7a40" providerId="ADAL" clId="{B5920EF4-6BC3-4494-B4ED-3A04A779FE26}" dt="2026-04-15T04:26:29.766" v="38" actId="26606"/>
          <ac:spMkLst>
            <pc:docMk/>
            <pc:sldMk cId="0" sldId="265"/>
            <ac:spMk id="8" creationId="{100EDD19-6802-4EC3-95CE-CFFAB042CFD6}"/>
          </ac:spMkLst>
        </pc:spChg>
        <pc:spChg chg="add">
          <ac:chgData name="Nirwan, Ashmitsingh" userId="59c07b9c-c207-4137-8a0c-b87611ef7a40" providerId="ADAL" clId="{B5920EF4-6BC3-4494-B4ED-3A04A779FE26}" dt="2026-04-15T04:26:29.776" v="39" actId="26606"/>
          <ac:spMkLst>
            <pc:docMk/>
            <pc:sldMk cId="0" sldId="265"/>
            <ac:spMk id="9" creationId="{2C61293E-6EBE-43EF-A52C-9BEBFD7679D4}"/>
          </ac:spMkLst>
        </pc:spChg>
        <pc:spChg chg="add del">
          <ac:chgData name="Nirwan, Ashmitsingh" userId="59c07b9c-c207-4137-8a0c-b87611ef7a40" providerId="ADAL" clId="{B5920EF4-6BC3-4494-B4ED-3A04A779FE26}" dt="2026-04-15T04:26:29.766" v="38" actId="26606"/>
          <ac:spMkLst>
            <pc:docMk/>
            <pc:sldMk cId="0" sldId="265"/>
            <ac:spMk id="10" creationId="{DB17E863-922E-4C26-BD64-E8FD41D28661}"/>
          </ac:spMkLst>
        </pc:spChg>
        <pc:spChg chg="add">
          <ac:chgData name="Nirwan, Ashmitsingh" userId="59c07b9c-c207-4137-8a0c-b87611ef7a40" providerId="ADAL" clId="{B5920EF4-6BC3-4494-B4ED-3A04A779FE26}" dt="2026-04-15T04:26:29.776" v="39" actId="26606"/>
          <ac:spMkLst>
            <pc:docMk/>
            <pc:sldMk cId="0" sldId="265"/>
            <ac:spMk id="11" creationId="{21540236-BFD5-4A9D-8840-4703E7F76825}"/>
          </ac:spMkLst>
        </pc:spChg>
        <pc:picChg chg="add">
          <ac:chgData name="Nirwan, Ashmitsingh" userId="59c07b9c-c207-4137-8a0c-b87611ef7a40" providerId="ADAL" clId="{B5920EF4-6BC3-4494-B4ED-3A04A779FE26}" dt="2026-04-15T04:26:29.776" v="39" actId="26606"/>
          <ac:picMkLst>
            <pc:docMk/>
            <pc:sldMk cId="0" sldId="265"/>
            <ac:picMk id="5" creationId="{7D92215E-A9D7-3CA6-0170-791879A5329F}"/>
          </ac:picMkLst>
        </pc:picChg>
      </pc:sldChg>
      <pc:sldChg chg="addSp delSp modSp mod setBg">
        <pc:chgData name="Nirwan, Ashmitsingh" userId="59c07b9c-c207-4137-8a0c-b87611ef7a40" providerId="ADAL" clId="{B5920EF4-6BC3-4494-B4ED-3A04A779FE26}" dt="2026-04-15T04:55:59.524" v="331" actId="404"/>
        <pc:sldMkLst>
          <pc:docMk/>
          <pc:sldMk cId="0" sldId="266"/>
        </pc:sldMkLst>
        <pc:spChg chg="mod">
          <ac:chgData name="Nirwan, Ashmitsingh" userId="59c07b9c-c207-4137-8a0c-b87611ef7a40" providerId="ADAL" clId="{B5920EF4-6BC3-4494-B4ED-3A04A779FE26}" dt="2026-04-15T04:26:34.523" v="40" actId="26606"/>
          <ac:spMkLst>
            <pc:docMk/>
            <pc:sldMk cId="0" sldId="266"/>
            <ac:spMk id="2" creationId="{00000000-0000-0000-0000-000000000000}"/>
          </ac:spMkLst>
        </pc:spChg>
        <pc:spChg chg="mod">
          <ac:chgData name="Nirwan, Ashmitsingh" userId="59c07b9c-c207-4137-8a0c-b87611ef7a40" providerId="ADAL" clId="{B5920EF4-6BC3-4494-B4ED-3A04A779FE26}" dt="2026-04-15T04:55:38.903" v="321" actId="5793"/>
          <ac:spMkLst>
            <pc:docMk/>
            <pc:sldMk cId="0" sldId="266"/>
            <ac:spMk id="3" creationId="{00000000-0000-0000-0000-000000000000}"/>
          </ac:spMkLst>
        </pc:spChg>
        <pc:spChg chg="del">
          <ac:chgData name="Nirwan, Ashmitsingh" userId="59c07b9c-c207-4137-8a0c-b87611ef7a40" providerId="ADAL" clId="{B5920EF4-6BC3-4494-B4ED-3A04A779FE26}" dt="2026-04-15T04:23:41.026" v="13" actId="478"/>
          <ac:spMkLst>
            <pc:docMk/>
            <pc:sldMk cId="0" sldId="266"/>
            <ac:spMk id="4" creationId="{00000000-0000-0000-0000-000000000000}"/>
          </ac:spMkLst>
        </pc:spChg>
        <pc:spChg chg="add mod">
          <ac:chgData name="Nirwan, Ashmitsingh" userId="59c07b9c-c207-4137-8a0c-b87611ef7a40" providerId="ADAL" clId="{B5920EF4-6BC3-4494-B4ED-3A04A779FE26}" dt="2026-04-15T04:55:59.524" v="331" actId="404"/>
          <ac:spMkLst>
            <pc:docMk/>
            <pc:sldMk cId="0" sldId="266"/>
            <ac:spMk id="7" creationId="{D74EFCDB-9D1D-02AC-46A5-F86119C7A936}"/>
          </ac:spMkLst>
        </pc:spChg>
        <pc:spChg chg="add">
          <ac:chgData name="Nirwan, Ashmitsingh" userId="59c07b9c-c207-4137-8a0c-b87611ef7a40" providerId="ADAL" clId="{B5920EF4-6BC3-4494-B4ED-3A04A779FE26}" dt="2026-04-15T04:26:34.523" v="40" actId="26606"/>
          <ac:spMkLst>
            <pc:docMk/>
            <pc:sldMk cId="0" sldId="266"/>
            <ac:spMk id="9" creationId="{2C61293E-6EBE-43EF-A52C-9BEBFD7679D4}"/>
          </ac:spMkLst>
        </pc:spChg>
        <pc:spChg chg="add">
          <ac:chgData name="Nirwan, Ashmitsingh" userId="59c07b9c-c207-4137-8a0c-b87611ef7a40" providerId="ADAL" clId="{B5920EF4-6BC3-4494-B4ED-3A04A779FE26}" dt="2026-04-15T04:26:34.523" v="40" actId="26606"/>
          <ac:spMkLst>
            <pc:docMk/>
            <pc:sldMk cId="0" sldId="266"/>
            <ac:spMk id="11" creationId="{21540236-BFD5-4A9D-8840-4703E7F76825}"/>
          </ac:spMkLst>
        </pc:spChg>
        <pc:picChg chg="add">
          <ac:chgData name="Nirwan, Ashmitsingh" userId="59c07b9c-c207-4137-8a0c-b87611ef7a40" providerId="ADAL" clId="{B5920EF4-6BC3-4494-B4ED-3A04A779FE26}" dt="2026-04-15T04:26:34.523" v="40" actId="26606"/>
          <ac:picMkLst>
            <pc:docMk/>
            <pc:sldMk cId="0" sldId="266"/>
            <ac:picMk id="5" creationId="{122EA06F-03E1-F783-47CE-3F50666AD803}"/>
          </ac:picMkLst>
        </pc:picChg>
      </pc:sldChg>
      <pc:sldChg chg="addSp delSp modSp add mod modAnim">
        <pc:chgData name="Nirwan, Ashmitsingh" userId="59c07b9c-c207-4137-8a0c-b87611ef7a40" providerId="ADAL" clId="{B5920EF4-6BC3-4494-B4ED-3A04A779FE26}" dt="2026-04-15T04:59:13.617" v="361" actId="108"/>
        <pc:sldMkLst>
          <pc:docMk/>
          <pc:sldMk cId="2819510967" sldId="267"/>
        </pc:sldMkLst>
        <pc:spChg chg="mod">
          <ac:chgData name="Nirwan, Ashmitsingh" userId="59c07b9c-c207-4137-8a0c-b87611ef7a40" providerId="ADAL" clId="{B5920EF4-6BC3-4494-B4ED-3A04A779FE26}" dt="2026-04-15T04:50:56.445" v="190" actId="403"/>
          <ac:spMkLst>
            <pc:docMk/>
            <pc:sldMk cId="2819510967" sldId="267"/>
            <ac:spMk id="2" creationId="{45D6313C-593B-9FFE-EE0E-4FD8F1FF270B}"/>
          </ac:spMkLst>
        </pc:spChg>
        <pc:spChg chg="add">
          <ac:chgData name="Nirwan, Ashmitsingh" userId="59c07b9c-c207-4137-8a0c-b87611ef7a40" providerId="ADAL" clId="{B5920EF4-6BC3-4494-B4ED-3A04A779FE26}" dt="2026-04-15T04:51:43.479" v="198"/>
          <ac:spMkLst>
            <pc:docMk/>
            <pc:sldMk cId="2819510967" sldId="267"/>
            <ac:spMk id="4" creationId="{7897D101-E61B-4D41-10BA-9CF090E2D01D}"/>
          </ac:spMkLst>
        </pc:spChg>
        <pc:spChg chg="add mod">
          <ac:chgData name="Nirwan, Ashmitsingh" userId="59c07b9c-c207-4137-8a0c-b87611ef7a40" providerId="ADAL" clId="{B5920EF4-6BC3-4494-B4ED-3A04A779FE26}" dt="2026-04-15T04:59:13.617" v="361" actId="108"/>
          <ac:spMkLst>
            <pc:docMk/>
            <pc:sldMk cId="2819510967" sldId="267"/>
            <ac:spMk id="7" creationId="{C9090788-94E5-B77B-B60E-1500E58B78C1}"/>
          </ac:spMkLst>
        </pc:spChg>
        <pc:spChg chg="del">
          <ac:chgData name="Nirwan, Ashmitsingh" userId="59c07b9c-c207-4137-8a0c-b87611ef7a40" providerId="ADAL" clId="{B5920EF4-6BC3-4494-B4ED-3A04A779FE26}" dt="2026-04-15T04:30:22.424" v="76" actId="26606"/>
          <ac:spMkLst>
            <pc:docMk/>
            <pc:sldMk cId="2819510967" sldId="267"/>
            <ac:spMk id="9" creationId="{ECF2A6DF-C332-E383-01EF-819C216A98B8}"/>
          </ac:spMkLst>
        </pc:spChg>
        <pc:spChg chg="del">
          <ac:chgData name="Nirwan, Ashmitsingh" userId="59c07b9c-c207-4137-8a0c-b87611ef7a40" providerId="ADAL" clId="{B5920EF4-6BC3-4494-B4ED-3A04A779FE26}" dt="2026-04-15T04:30:22.424" v="76" actId="26606"/>
          <ac:spMkLst>
            <pc:docMk/>
            <pc:sldMk cId="2819510967" sldId="267"/>
            <ac:spMk id="11" creationId="{3802F165-B841-7BE1-F312-8058D2EE7351}"/>
          </ac:spMkLst>
        </pc:spChg>
        <pc:spChg chg="add">
          <ac:chgData name="Nirwan, Ashmitsingh" userId="59c07b9c-c207-4137-8a0c-b87611ef7a40" providerId="ADAL" clId="{B5920EF4-6BC3-4494-B4ED-3A04A779FE26}" dt="2026-04-15T04:30:22.424" v="76" actId="26606"/>
          <ac:spMkLst>
            <pc:docMk/>
            <pc:sldMk cId="2819510967" sldId="267"/>
            <ac:spMk id="16" creationId="{C4879EFC-8E62-4E00-973C-C45EE9EC676D}"/>
          </ac:spMkLst>
        </pc:spChg>
        <pc:spChg chg="add">
          <ac:chgData name="Nirwan, Ashmitsingh" userId="59c07b9c-c207-4137-8a0c-b87611ef7a40" providerId="ADAL" clId="{B5920EF4-6BC3-4494-B4ED-3A04A779FE26}" dt="2026-04-15T04:30:22.424" v="76" actId="26606"/>
          <ac:spMkLst>
            <pc:docMk/>
            <pc:sldMk cId="2819510967" sldId="267"/>
            <ac:spMk id="18" creationId="{D6A9C53F-5F90-40A5-8C85-5412D39C8C68}"/>
          </ac:spMkLst>
        </pc:spChg>
        <pc:picChg chg="add mod">
          <ac:chgData name="Nirwan, Ashmitsingh" userId="59c07b9c-c207-4137-8a0c-b87611ef7a40" providerId="ADAL" clId="{B5920EF4-6BC3-4494-B4ED-3A04A779FE26}" dt="2026-04-15T04:30:33.600" v="81" actId="14100"/>
          <ac:picMkLst>
            <pc:docMk/>
            <pc:sldMk cId="2819510967" sldId="267"/>
            <ac:picMk id="3" creationId="{81F64D85-C071-242D-2992-66908F552CF3}"/>
          </ac:picMkLst>
        </pc:picChg>
        <pc:picChg chg="del">
          <ac:chgData name="Nirwan, Ashmitsingh" userId="59c07b9c-c207-4137-8a0c-b87611ef7a40" providerId="ADAL" clId="{B5920EF4-6BC3-4494-B4ED-3A04A779FE26}" dt="2026-04-15T04:29:19.662" v="61" actId="478"/>
          <ac:picMkLst>
            <pc:docMk/>
            <pc:sldMk cId="2819510967" sldId="267"/>
            <ac:picMk id="4" creationId="{812E391F-7997-B065-F189-221B4DBC03A0}"/>
          </ac:picMkLst>
        </pc:picChg>
        <pc:picChg chg="del mod">
          <ac:chgData name="Nirwan, Ashmitsingh" userId="59c07b9c-c207-4137-8a0c-b87611ef7a40" providerId="ADAL" clId="{B5920EF4-6BC3-4494-B4ED-3A04A779FE26}" dt="2026-04-15T04:30:24.356" v="77" actId="478"/>
          <ac:picMkLst>
            <pc:docMk/>
            <pc:sldMk cId="2819510967" sldId="267"/>
            <ac:picMk id="5" creationId="{9F80C77A-5B3E-EF48-6E23-2605A10BB8A6}"/>
          </ac:picMkLst>
        </pc:picChg>
      </pc:sldChg>
      <pc:sldChg chg="addSp delSp modSp add mod modAnim">
        <pc:chgData name="Nirwan, Ashmitsingh" userId="59c07b9c-c207-4137-8a0c-b87611ef7a40" providerId="ADAL" clId="{B5920EF4-6BC3-4494-B4ED-3A04A779FE26}" dt="2026-04-15T04:59:15.788" v="362" actId="108"/>
        <pc:sldMkLst>
          <pc:docMk/>
          <pc:sldMk cId="3001475621" sldId="268"/>
        </pc:sldMkLst>
        <pc:spChg chg="mod">
          <ac:chgData name="Nirwan, Ashmitsingh" userId="59c07b9c-c207-4137-8a0c-b87611ef7a40" providerId="ADAL" clId="{B5920EF4-6BC3-4494-B4ED-3A04A779FE26}" dt="2026-04-15T04:52:27.985" v="209" actId="27636"/>
          <ac:spMkLst>
            <pc:docMk/>
            <pc:sldMk cId="3001475621" sldId="268"/>
            <ac:spMk id="2" creationId="{964B5E5B-173D-2AAC-AE65-B3C9F0A1DEB7}"/>
          </ac:spMkLst>
        </pc:spChg>
        <pc:spChg chg="add mod">
          <ac:chgData name="Nirwan, Ashmitsingh" userId="59c07b9c-c207-4137-8a0c-b87611ef7a40" providerId="ADAL" clId="{B5920EF4-6BC3-4494-B4ED-3A04A779FE26}" dt="2026-04-15T04:59:15.788" v="362" actId="108"/>
          <ac:spMkLst>
            <pc:docMk/>
            <pc:sldMk cId="3001475621" sldId="268"/>
            <ac:spMk id="5" creationId="{5BBE0783-6061-EDBE-CD7F-C6C373C8E860}"/>
          </ac:spMkLst>
        </pc:spChg>
        <pc:spChg chg="del">
          <ac:chgData name="Nirwan, Ashmitsingh" userId="59c07b9c-c207-4137-8a0c-b87611ef7a40" providerId="ADAL" clId="{B5920EF4-6BC3-4494-B4ED-3A04A779FE26}" dt="2026-04-15T04:30:37.224" v="82" actId="26606"/>
          <ac:spMkLst>
            <pc:docMk/>
            <pc:sldMk cId="3001475621" sldId="268"/>
            <ac:spMk id="9" creationId="{7F887FCB-00B1-D5C0-A7B4-F63CFD1ED94B}"/>
          </ac:spMkLst>
        </pc:spChg>
        <pc:spChg chg="del">
          <ac:chgData name="Nirwan, Ashmitsingh" userId="59c07b9c-c207-4137-8a0c-b87611ef7a40" providerId="ADAL" clId="{B5920EF4-6BC3-4494-B4ED-3A04A779FE26}" dt="2026-04-15T04:30:37.224" v="82" actId="26606"/>
          <ac:spMkLst>
            <pc:docMk/>
            <pc:sldMk cId="3001475621" sldId="268"/>
            <ac:spMk id="11" creationId="{702CD1F5-F98D-DD32-E1ED-7CE26CD851FB}"/>
          </ac:spMkLst>
        </pc:spChg>
        <pc:spChg chg="add">
          <ac:chgData name="Nirwan, Ashmitsingh" userId="59c07b9c-c207-4137-8a0c-b87611ef7a40" providerId="ADAL" clId="{B5920EF4-6BC3-4494-B4ED-3A04A779FE26}" dt="2026-04-15T04:30:37.224" v="82" actId="26606"/>
          <ac:spMkLst>
            <pc:docMk/>
            <pc:sldMk cId="3001475621" sldId="268"/>
            <ac:spMk id="16" creationId="{C4879EFC-8E62-4E00-973C-C45EE9EC676D}"/>
          </ac:spMkLst>
        </pc:spChg>
        <pc:spChg chg="add">
          <ac:chgData name="Nirwan, Ashmitsingh" userId="59c07b9c-c207-4137-8a0c-b87611ef7a40" providerId="ADAL" clId="{B5920EF4-6BC3-4494-B4ED-3A04A779FE26}" dt="2026-04-15T04:30:37.224" v="82" actId="26606"/>
          <ac:spMkLst>
            <pc:docMk/>
            <pc:sldMk cId="3001475621" sldId="268"/>
            <ac:spMk id="18" creationId="{D6A9C53F-5F90-40A5-8C85-5412D39C8C68}"/>
          </ac:spMkLst>
        </pc:spChg>
        <pc:picChg chg="del">
          <ac:chgData name="Nirwan, Ashmitsingh" userId="59c07b9c-c207-4137-8a0c-b87611ef7a40" providerId="ADAL" clId="{B5920EF4-6BC3-4494-B4ED-3A04A779FE26}" dt="2026-04-15T04:29:34.448" v="64" actId="478"/>
          <ac:picMkLst>
            <pc:docMk/>
            <pc:sldMk cId="3001475621" sldId="268"/>
            <ac:picMk id="3" creationId="{11ABB6D2-AFEA-9DAE-885F-638EA27956D1}"/>
          </ac:picMkLst>
        </pc:picChg>
        <pc:picChg chg="add mod">
          <ac:chgData name="Nirwan, Ashmitsingh" userId="59c07b9c-c207-4137-8a0c-b87611ef7a40" providerId="ADAL" clId="{B5920EF4-6BC3-4494-B4ED-3A04A779FE26}" dt="2026-04-15T04:30:45.783" v="87" actId="1076"/>
          <ac:picMkLst>
            <pc:docMk/>
            <pc:sldMk cId="3001475621" sldId="268"/>
            <ac:picMk id="4" creationId="{A8DE61E6-6F27-17EC-C6BE-9C1F5EF1F40A}"/>
          </ac:picMkLst>
        </pc:picChg>
        <pc:picChg chg="del mod">
          <ac:chgData name="Nirwan, Ashmitsingh" userId="59c07b9c-c207-4137-8a0c-b87611ef7a40" providerId="ADAL" clId="{B5920EF4-6BC3-4494-B4ED-3A04A779FE26}" dt="2026-04-15T04:30:39.008" v="83" actId="478"/>
          <ac:picMkLst>
            <pc:docMk/>
            <pc:sldMk cId="3001475621" sldId="268"/>
            <ac:picMk id="5" creationId="{337B6216-2E0B-057B-200C-85A7E294EC83}"/>
          </ac:picMkLst>
        </pc:picChg>
      </pc:sldChg>
      <pc:sldChg chg="addSp delSp modSp add mod modAnim">
        <pc:chgData name="Nirwan, Ashmitsingh" userId="59c07b9c-c207-4137-8a0c-b87611ef7a40" providerId="ADAL" clId="{B5920EF4-6BC3-4494-B4ED-3A04A779FE26}" dt="2026-04-15T05:00:06.661" v="369" actId="1076"/>
        <pc:sldMkLst>
          <pc:docMk/>
          <pc:sldMk cId="4143268848" sldId="269"/>
        </pc:sldMkLst>
        <pc:spChg chg="mod">
          <ac:chgData name="Nirwan, Ashmitsingh" userId="59c07b9c-c207-4137-8a0c-b87611ef7a40" providerId="ADAL" clId="{B5920EF4-6BC3-4494-B4ED-3A04A779FE26}" dt="2026-04-15T04:52:59.297" v="218"/>
          <ac:spMkLst>
            <pc:docMk/>
            <pc:sldMk cId="4143268848" sldId="269"/>
            <ac:spMk id="2" creationId="{DC07E72A-62CB-2986-BB5B-89D818D07DA6}"/>
          </ac:spMkLst>
        </pc:spChg>
        <pc:spChg chg="add mod">
          <ac:chgData name="Nirwan, Ashmitsingh" userId="59c07b9c-c207-4137-8a0c-b87611ef7a40" providerId="ADAL" clId="{B5920EF4-6BC3-4494-B4ED-3A04A779FE26}" dt="2026-04-15T05:00:06.661" v="369" actId="1076"/>
          <ac:spMkLst>
            <pc:docMk/>
            <pc:sldMk cId="4143268848" sldId="269"/>
            <ac:spMk id="5" creationId="{98702443-59A2-93C9-7FBF-2ADF88F6DFFA}"/>
          </ac:spMkLst>
        </pc:spChg>
        <pc:spChg chg="del">
          <ac:chgData name="Nirwan, Ashmitsingh" userId="59c07b9c-c207-4137-8a0c-b87611ef7a40" providerId="ADAL" clId="{B5920EF4-6BC3-4494-B4ED-3A04A779FE26}" dt="2026-04-15T04:30:54.190" v="88" actId="26606"/>
          <ac:spMkLst>
            <pc:docMk/>
            <pc:sldMk cId="4143268848" sldId="269"/>
            <ac:spMk id="9" creationId="{B65272CC-B1BE-FE33-FC05-A9553085B879}"/>
          </ac:spMkLst>
        </pc:spChg>
        <pc:spChg chg="del">
          <ac:chgData name="Nirwan, Ashmitsingh" userId="59c07b9c-c207-4137-8a0c-b87611ef7a40" providerId="ADAL" clId="{B5920EF4-6BC3-4494-B4ED-3A04A779FE26}" dt="2026-04-15T04:30:54.190" v="88" actId="26606"/>
          <ac:spMkLst>
            <pc:docMk/>
            <pc:sldMk cId="4143268848" sldId="269"/>
            <ac:spMk id="11" creationId="{6EDD91E2-48C4-9672-1933-3D10A4A239EE}"/>
          </ac:spMkLst>
        </pc:spChg>
        <pc:spChg chg="add">
          <ac:chgData name="Nirwan, Ashmitsingh" userId="59c07b9c-c207-4137-8a0c-b87611ef7a40" providerId="ADAL" clId="{B5920EF4-6BC3-4494-B4ED-3A04A779FE26}" dt="2026-04-15T04:30:54.190" v="88" actId="26606"/>
          <ac:spMkLst>
            <pc:docMk/>
            <pc:sldMk cId="4143268848" sldId="269"/>
            <ac:spMk id="16" creationId="{C4879EFC-8E62-4E00-973C-C45EE9EC676D}"/>
          </ac:spMkLst>
        </pc:spChg>
        <pc:spChg chg="add">
          <ac:chgData name="Nirwan, Ashmitsingh" userId="59c07b9c-c207-4137-8a0c-b87611ef7a40" providerId="ADAL" clId="{B5920EF4-6BC3-4494-B4ED-3A04A779FE26}" dt="2026-04-15T04:30:54.190" v="88" actId="26606"/>
          <ac:spMkLst>
            <pc:docMk/>
            <pc:sldMk cId="4143268848" sldId="269"/>
            <ac:spMk id="18" creationId="{D6A9C53F-5F90-40A5-8C85-5412D39C8C68}"/>
          </ac:spMkLst>
        </pc:spChg>
        <pc:picChg chg="add mod">
          <ac:chgData name="Nirwan, Ashmitsingh" userId="59c07b9c-c207-4137-8a0c-b87611ef7a40" providerId="ADAL" clId="{B5920EF4-6BC3-4494-B4ED-3A04A779FE26}" dt="2026-04-15T04:31:04.628" v="94" actId="1076"/>
          <ac:picMkLst>
            <pc:docMk/>
            <pc:sldMk cId="4143268848" sldId="269"/>
            <ac:picMk id="3" creationId="{B312A695-4B4A-628E-0A91-0B5B3604AE39}"/>
          </ac:picMkLst>
        </pc:picChg>
        <pc:picChg chg="del">
          <ac:chgData name="Nirwan, Ashmitsingh" userId="59c07b9c-c207-4137-8a0c-b87611ef7a40" providerId="ADAL" clId="{B5920EF4-6BC3-4494-B4ED-3A04A779FE26}" dt="2026-04-15T04:29:45.829" v="67" actId="478"/>
          <ac:picMkLst>
            <pc:docMk/>
            <pc:sldMk cId="4143268848" sldId="269"/>
            <ac:picMk id="4" creationId="{1087FAC7-FF48-A37A-4AFC-CA240E18ED90}"/>
          </ac:picMkLst>
        </pc:picChg>
        <pc:picChg chg="del mod ord">
          <ac:chgData name="Nirwan, Ashmitsingh" userId="59c07b9c-c207-4137-8a0c-b87611ef7a40" providerId="ADAL" clId="{B5920EF4-6BC3-4494-B4ED-3A04A779FE26}" dt="2026-04-15T04:30:56.181" v="89" actId="478"/>
          <ac:picMkLst>
            <pc:docMk/>
            <pc:sldMk cId="4143268848" sldId="269"/>
            <ac:picMk id="5" creationId="{54783E6A-6C2C-EA27-B4D4-001B90679610}"/>
          </ac:picMkLst>
        </pc:picChg>
      </pc:sldChg>
      <pc:sldChg chg="addSp delSp modSp add mod modAnim">
        <pc:chgData name="Nirwan, Ashmitsingh" userId="59c07b9c-c207-4137-8a0c-b87611ef7a40" providerId="ADAL" clId="{B5920EF4-6BC3-4494-B4ED-3A04A779FE26}" dt="2026-04-15T05:00:37.529" v="376" actId="404"/>
        <pc:sldMkLst>
          <pc:docMk/>
          <pc:sldMk cId="1030836714" sldId="270"/>
        </pc:sldMkLst>
        <pc:spChg chg="mod">
          <ac:chgData name="Nirwan, Ashmitsingh" userId="59c07b9c-c207-4137-8a0c-b87611ef7a40" providerId="ADAL" clId="{B5920EF4-6BC3-4494-B4ED-3A04A779FE26}" dt="2026-04-15T04:53:51.595" v="251" actId="6549"/>
          <ac:spMkLst>
            <pc:docMk/>
            <pc:sldMk cId="1030836714" sldId="270"/>
            <ac:spMk id="2" creationId="{7B495E09-0B06-4037-0DFA-D18DDF672EC6}"/>
          </ac:spMkLst>
        </pc:spChg>
        <pc:spChg chg="add mod">
          <ac:chgData name="Nirwan, Ashmitsingh" userId="59c07b9c-c207-4137-8a0c-b87611ef7a40" providerId="ADAL" clId="{B5920EF4-6BC3-4494-B4ED-3A04A779FE26}" dt="2026-04-15T05:00:37.529" v="376" actId="404"/>
          <ac:spMkLst>
            <pc:docMk/>
            <pc:sldMk cId="1030836714" sldId="270"/>
            <ac:spMk id="3" creationId="{2B265A00-8676-6B7C-A78E-FE651634F95E}"/>
          </ac:spMkLst>
        </pc:spChg>
        <pc:spChg chg="del">
          <ac:chgData name="Nirwan, Ashmitsingh" userId="59c07b9c-c207-4137-8a0c-b87611ef7a40" providerId="ADAL" clId="{B5920EF4-6BC3-4494-B4ED-3A04A779FE26}" dt="2026-04-15T04:31:08.072" v="95" actId="26606"/>
          <ac:spMkLst>
            <pc:docMk/>
            <pc:sldMk cId="1030836714" sldId="270"/>
            <ac:spMk id="9" creationId="{E685804D-39E3-E0B9-9690-3691B41C36D3}"/>
          </ac:spMkLst>
        </pc:spChg>
        <pc:spChg chg="del">
          <ac:chgData name="Nirwan, Ashmitsingh" userId="59c07b9c-c207-4137-8a0c-b87611ef7a40" providerId="ADAL" clId="{B5920EF4-6BC3-4494-B4ED-3A04A779FE26}" dt="2026-04-15T04:31:08.072" v="95" actId="26606"/>
          <ac:spMkLst>
            <pc:docMk/>
            <pc:sldMk cId="1030836714" sldId="270"/>
            <ac:spMk id="11" creationId="{13280948-29D9-8166-D4D6-D33C2676FEFE}"/>
          </ac:spMkLst>
        </pc:spChg>
        <pc:spChg chg="add">
          <ac:chgData name="Nirwan, Ashmitsingh" userId="59c07b9c-c207-4137-8a0c-b87611ef7a40" providerId="ADAL" clId="{B5920EF4-6BC3-4494-B4ED-3A04A779FE26}" dt="2026-04-15T04:31:08.072" v="95" actId="26606"/>
          <ac:spMkLst>
            <pc:docMk/>
            <pc:sldMk cId="1030836714" sldId="270"/>
            <ac:spMk id="16" creationId="{C4879EFC-8E62-4E00-973C-C45EE9EC676D}"/>
          </ac:spMkLst>
        </pc:spChg>
        <pc:spChg chg="add">
          <ac:chgData name="Nirwan, Ashmitsingh" userId="59c07b9c-c207-4137-8a0c-b87611ef7a40" providerId="ADAL" clId="{B5920EF4-6BC3-4494-B4ED-3A04A779FE26}" dt="2026-04-15T04:31:08.072" v="95" actId="26606"/>
          <ac:spMkLst>
            <pc:docMk/>
            <pc:sldMk cId="1030836714" sldId="270"/>
            <ac:spMk id="18" creationId="{D6A9C53F-5F90-40A5-8C85-5412D39C8C68}"/>
          </ac:spMkLst>
        </pc:spChg>
        <pc:picChg chg="del">
          <ac:chgData name="Nirwan, Ashmitsingh" userId="59c07b9c-c207-4137-8a0c-b87611ef7a40" providerId="ADAL" clId="{B5920EF4-6BC3-4494-B4ED-3A04A779FE26}" dt="2026-04-15T04:30:02.918" v="70" actId="478"/>
          <ac:picMkLst>
            <pc:docMk/>
            <pc:sldMk cId="1030836714" sldId="270"/>
            <ac:picMk id="3" creationId="{70FB533D-8C33-2A73-4B47-2231EFB5D41B}"/>
          </ac:picMkLst>
        </pc:picChg>
        <pc:picChg chg="add mod">
          <ac:chgData name="Nirwan, Ashmitsingh" userId="59c07b9c-c207-4137-8a0c-b87611ef7a40" providerId="ADAL" clId="{B5920EF4-6BC3-4494-B4ED-3A04A779FE26}" dt="2026-04-15T04:31:16.429" v="99" actId="14100"/>
          <ac:picMkLst>
            <pc:docMk/>
            <pc:sldMk cId="1030836714" sldId="270"/>
            <ac:picMk id="4" creationId="{002CE673-D64A-2EFA-2D77-B4BB5D432C2A}"/>
          </ac:picMkLst>
        </pc:picChg>
        <pc:picChg chg="del mod">
          <ac:chgData name="Nirwan, Ashmitsingh" userId="59c07b9c-c207-4137-8a0c-b87611ef7a40" providerId="ADAL" clId="{B5920EF4-6BC3-4494-B4ED-3A04A779FE26}" dt="2026-04-15T04:31:09.712" v="96" actId="478"/>
          <ac:picMkLst>
            <pc:docMk/>
            <pc:sldMk cId="1030836714" sldId="270"/>
            <ac:picMk id="5" creationId="{48B8E0B4-EA8E-70B8-4C41-BEC0494322F8}"/>
          </ac:picMkLst>
        </pc:picChg>
      </pc:sldChg>
      <pc:sldChg chg="addSp delSp modSp add mod addAnim">
        <pc:chgData name="Nirwan, Ashmitsingh" userId="59c07b9c-c207-4137-8a0c-b87611ef7a40" providerId="ADAL" clId="{B5920EF4-6BC3-4494-B4ED-3A04A779FE26}" dt="2026-04-15T04:56:31.567" v="356"/>
        <pc:sldMkLst>
          <pc:docMk/>
          <pc:sldMk cId="1454208048" sldId="271"/>
        </pc:sldMkLst>
        <pc:spChg chg="mod ord">
          <ac:chgData name="Nirwan, Ashmitsingh" userId="59c07b9c-c207-4137-8a0c-b87611ef7a40" providerId="ADAL" clId="{B5920EF4-6BC3-4494-B4ED-3A04A779FE26}" dt="2026-04-15T04:56:31.567" v="355" actId="26606"/>
          <ac:spMkLst>
            <pc:docMk/>
            <pc:sldMk cId="1454208048" sldId="271"/>
            <ac:spMk id="2" creationId="{F2BB7979-1381-4CDC-24B0-97B2C682AB5D}"/>
          </ac:spMkLst>
        </pc:spChg>
        <pc:spChg chg="del">
          <ac:chgData name="Nirwan, Ashmitsingh" userId="59c07b9c-c207-4137-8a0c-b87611ef7a40" providerId="ADAL" clId="{B5920EF4-6BC3-4494-B4ED-3A04A779FE26}" dt="2026-04-15T04:56:19.108" v="350" actId="478"/>
          <ac:spMkLst>
            <pc:docMk/>
            <pc:sldMk cId="1454208048" sldId="271"/>
            <ac:spMk id="3" creationId="{9CA34741-8ACA-0309-9E49-83536A1FFD54}"/>
          </ac:spMkLst>
        </pc:spChg>
        <pc:spChg chg="mod">
          <ac:chgData name="Nirwan, Ashmitsingh" userId="59c07b9c-c207-4137-8a0c-b87611ef7a40" providerId="ADAL" clId="{B5920EF4-6BC3-4494-B4ED-3A04A779FE26}" dt="2026-04-15T04:56:31.567" v="355" actId="26606"/>
          <ac:spMkLst>
            <pc:docMk/>
            <pc:sldMk cId="1454208048" sldId="271"/>
            <ac:spMk id="6" creationId="{1DF57D27-4600-6108-7037-70814B7D18AE}"/>
          </ac:spMkLst>
        </pc:spChg>
        <pc:spChg chg="del">
          <ac:chgData name="Nirwan, Ashmitsingh" userId="59c07b9c-c207-4137-8a0c-b87611ef7a40" providerId="ADAL" clId="{B5920EF4-6BC3-4494-B4ED-3A04A779FE26}" dt="2026-04-15T04:56:26.144" v="354" actId="478"/>
          <ac:spMkLst>
            <pc:docMk/>
            <pc:sldMk cId="1454208048" sldId="271"/>
            <ac:spMk id="7" creationId="{60D4324F-D2B0-A32A-7E4A-26633750D6CF}"/>
          </ac:spMkLst>
        </pc:spChg>
        <pc:spChg chg="add del mod">
          <ac:chgData name="Nirwan, Ashmitsingh" userId="59c07b9c-c207-4137-8a0c-b87611ef7a40" providerId="ADAL" clId="{B5920EF4-6BC3-4494-B4ED-3A04A779FE26}" dt="2026-04-15T04:56:23.945" v="353" actId="478"/>
          <ac:spMkLst>
            <pc:docMk/>
            <pc:sldMk cId="1454208048" sldId="271"/>
            <ac:spMk id="8" creationId="{4156DB57-37EF-9BF0-7237-472BCA926459}"/>
          </ac:spMkLst>
        </pc:spChg>
        <pc:spChg chg="del">
          <ac:chgData name="Nirwan, Ashmitsingh" userId="59c07b9c-c207-4137-8a0c-b87611ef7a40" providerId="ADAL" clId="{B5920EF4-6BC3-4494-B4ED-3A04A779FE26}" dt="2026-04-15T04:56:31.567" v="355" actId="26606"/>
          <ac:spMkLst>
            <pc:docMk/>
            <pc:sldMk cId="1454208048" sldId="271"/>
            <ac:spMk id="9" creationId="{8BD190C5-300D-52F6-30B9-1678BF092BA6}"/>
          </ac:spMkLst>
        </pc:spChg>
        <pc:spChg chg="del">
          <ac:chgData name="Nirwan, Ashmitsingh" userId="59c07b9c-c207-4137-8a0c-b87611ef7a40" providerId="ADAL" clId="{B5920EF4-6BC3-4494-B4ED-3A04A779FE26}" dt="2026-04-15T04:56:31.567" v="355" actId="26606"/>
          <ac:spMkLst>
            <pc:docMk/>
            <pc:sldMk cId="1454208048" sldId="271"/>
            <ac:spMk id="11" creationId="{3B44B4A6-A2A5-F4ED-6808-BE1F19D54B58}"/>
          </ac:spMkLst>
        </pc:spChg>
        <pc:spChg chg="add">
          <ac:chgData name="Nirwan, Ashmitsingh" userId="59c07b9c-c207-4137-8a0c-b87611ef7a40" providerId="ADAL" clId="{B5920EF4-6BC3-4494-B4ED-3A04A779FE26}" dt="2026-04-15T04:56:31.567" v="355" actId="26606"/>
          <ac:spMkLst>
            <pc:docMk/>
            <pc:sldMk cId="1454208048" sldId="271"/>
            <ac:spMk id="16" creationId="{37C89E4B-3C9F-44B9-8B86-D9E3D112D8EC}"/>
          </ac:spMkLst>
        </pc:spChg>
        <pc:picChg chg="add del mod">
          <ac:chgData name="Nirwan, Ashmitsingh" userId="59c07b9c-c207-4137-8a0c-b87611ef7a40" providerId="ADAL" clId="{B5920EF4-6BC3-4494-B4ED-3A04A779FE26}" dt="2026-04-15T04:56:31.567" v="355" actId="26606"/>
          <ac:picMkLst>
            <pc:docMk/>
            <pc:sldMk cId="1454208048" sldId="271"/>
            <ac:picMk id="5" creationId="{71685325-2973-2D14-A9A0-885B89D377BD}"/>
          </ac:picMkLst>
        </pc:picChg>
        <pc:cxnChg chg="add">
          <ac:chgData name="Nirwan, Ashmitsingh" userId="59c07b9c-c207-4137-8a0c-b87611ef7a40" providerId="ADAL" clId="{B5920EF4-6BC3-4494-B4ED-3A04A779FE26}" dt="2026-04-15T04:56:31.567" v="355" actId="26606"/>
          <ac:cxnSpMkLst>
            <pc:docMk/>
            <pc:sldMk cId="1454208048" sldId="271"/>
            <ac:cxnSpMk id="18" creationId="{AA2EAA10-076F-46BD-8F0F-B9A2FB77A85C}"/>
          </ac:cxnSpMkLst>
        </pc:cxnChg>
        <pc:cxnChg chg="add">
          <ac:chgData name="Nirwan, Ashmitsingh" userId="59c07b9c-c207-4137-8a0c-b87611ef7a40" providerId="ADAL" clId="{B5920EF4-6BC3-4494-B4ED-3A04A779FE26}" dt="2026-04-15T04:56:31.567" v="355" actId="26606"/>
          <ac:cxnSpMkLst>
            <pc:docMk/>
            <pc:sldMk cId="1454208048" sldId="271"/>
            <ac:cxnSpMk id="20" creationId="{D891E407-403B-4764-86C9-33A56D3BCAA3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9D2E4ED-BC6D-403E-B2E4-D0B92ED84B2F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80589DD-E7D0-4354-8148-AF8E10BE3B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00093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43737-0956-4C48-8CCF-259C4E619736}" type="datetime1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E164AC-E61C-4741-97A7-A63A9394D1DF}" type="datetime1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75B212-E201-411A-919B-EF168C0C3D78}" type="datetime1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B4FF4-7D14-4E00-9F1E-93B4451B78D3}" type="datetime1">
              <a:rPr lang="en-US" smtClean="0"/>
              <a:t>4/15/2026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4CD632-C1E3-4D8A-A429-2568E046CF05}" type="datetime1">
              <a:rPr lang="en-US" smtClean="0"/>
              <a:t>4/15/2026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3B0B93-EB1A-4DA3-9D98-1D057CC4762A}" type="datetime1">
              <a:rPr lang="en-US" smtClean="0"/>
              <a:t>4/15/2026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AD631D-C6B5-44D4-8564-6F69AE7F60BB}" type="datetime1">
              <a:rPr lang="en-US" smtClean="0"/>
              <a:t>4/15/2026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A9D1B4-A00A-4336-8DC5-B75C77200F5F}" type="datetime1">
              <a:rPr lang="en-US" smtClean="0"/>
              <a:t>4/15/2026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840CDC-2591-4CC7-96BE-DA803E471036}" type="datetime1">
              <a:rPr lang="en-US" smtClean="0"/>
              <a:t>4/15/2026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60BBE-76C0-4177-8086-7E3C5C47E8DC}" type="datetime1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39A258-2556-4190-A776-9DED298C5CED}" type="datetime1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D307A32-7B0D-46DE-B8B1-44E083C97138}" type="datetime1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9B7AD9F6-8CE7-4299-8FC6-328F4DCD3F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973321" y="640080"/>
            <a:ext cx="4688333" cy="1790365"/>
          </a:xfrm>
        </p:spPr>
        <p:txBody>
          <a:bodyPr anchor="b">
            <a:normAutofit/>
          </a:bodyPr>
          <a:lstStyle/>
          <a:p>
            <a:pPr algn="l"/>
            <a:r>
              <a:rPr lang="en-US" sz="4700" dirty="0"/>
              <a:t>Chatbot Builder Application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973320" y="4636008"/>
            <a:ext cx="4688333" cy="1572768"/>
          </a:xfrm>
        </p:spPr>
        <p:txBody>
          <a:bodyPr>
            <a:normAutofit/>
          </a:bodyPr>
          <a:lstStyle/>
          <a:p>
            <a:pPr algn="l">
              <a:lnSpc>
                <a:spcPct val="90000"/>
              </a:lnSpc>
            </a:pPr>
            <a:r>
              <a:rPr lang="en-US" sz="2200"/>
              <a:t>Team Byte Squad</a:t>
            </a:r>
          </a:p>
          <a:p>
            <a:pPr algn="l">
              <a:lnSpc>
                <a:spcPct val="90000"/>
              </a:lnSpc>
            </a:pPr>
            <a:r>
              <a:rPr lang="en-US" sz="2200"/>
              <a:t>Ashmit Nirwan | Jordan Spector | Gio Mendoza | Milton </a:t>
            </a:r>
            <a:r>
              <a:rPr lang="en-US" sz="2200" err="1"/>
              <a:t>Mupfumira</a:t>
            </a:r>
            <a:endParaRPr lang="en-US" sz="2200"/>
          </a:p>
          <a:p>
            <a:pPr algn="l">
              <a:lnSpc>
                <a:spcPct val="90000"/>
              </a:lnSpc>
            </a:pPr>
            <a:r>
              <a:rPr lang="en-US" sz="2200"/>
              <a:t>May 2026</a:t>
            </a:r>
          </a:p>
        </p:txBody>
      </p:sp>
      <p:pic>
        <p:nvPicPr>
          <p:cNvPr id="18" name="Picture 17" descr="A grey robot with  colorful buttons">
            <a:extLst>
              <a:ext uri="{FF2B5EF4-FFF2-40B4-BE49-F238E27FC236}">
                <a16:creationId xmlns:a16="http://schemas.microsoft.com/office/drawing/2014/main" id="{E1E4411F-0434-123F-E0FD-8BD694D6EAD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1561" r="10240"/>
          <a:stretch>
            <a:fillRect/>
          </a:stretch>
        </p:blipFill>
        <p:spPr>
          <a:xfrm>
            <a:off x="20" y="10"/>
            <a:ext cx="3492988" cy="6857990"/>
          </a:xfrm>
          <a:custGeom>
            <a:avLst/>
            <a:gdLst/>
            <a:ahLst/>
            <a:cxnLst/>
            <a:rect l="l" t="t" r="r" b="b"/>
            <a:pathLst>
              <a:path w="4657344" h="6858000">
                <a:moveTo>
                  <a:pt x="0" y="0"/>
                </a:moveTo>
                <a:lnTo>
                  <a:pt x="3429755" y="0"/>
                </a:lnTo>
                <a:lnTo>
                  <a:pt x="3526016" y="148742"/>
                </a:lnTo>
                <a:cubicBezTo>
                  <a:pt x="3657740" y="365513"/>
                  <a:pt x="3777402" y="589569"/>
                  <a:pt x="3886489" y="819975"/>
                </a:cubicBezTo>
                <a:cubicBezTo>
                  <a:pt x="3891856" y="833492"/>
                  <a:pt x="3900663" y="845393"/>
                  <a:pt x="3912049" y="854514"/>
                </a:cubicBezTo>
                <a:cubicBezTo>
                  <a:pt x="3897352" y="819849"/>
                  <a:pt x="3883037" y="784928"/>
                  <a:pt x="3868083" y="750263"/>
                </a:cubicBezTo>
                <a:cubicBezTo>
                  <a:pt x="3806989" y="608712"/>
                  <a:pt x="3742478" y="469145"/>
                  <a:pt x="3674155" y="331786"/>
                </a:cubicBezTo>
                <a:lnTo>
                  <a:pt x="3496656" y="0"/>
                </a:lnTo>
                <a:lnTo>
                  <a:pt x="3554371" y="0"/>
                </a:lnTo>
                <a:lnTo>
                  <a:pt x="3661621" y="196614"/>
                </a:lnTo>
                <a:cubicBezTo>
                  <a:pt x="3856899" y="573253"/>
                  <a:pt x="4021071" y="966066"/>
                  <a:pt x="4161279" y="1371196"/>
                </a:cubicBezTo>
                <a:cubicBezTo>
                  <a:pt x="4379525" y="2007265"/>
                  <a:pt x="4530141" y="2664286"/>
                  <a:pt x="4610660" y="3331516"/>
                </a:cubicBezTo>
                <a:cubicBezTo>
                  <a:pt x="4652837" y="3672965"/>
                  <a:pt x="4671625" y="4013908"/>
                  <a:pt x="4645040" y="4357388"/>
                </a:cubicBezTo>
                <a:cubicBezTo>
                  <a:pt x="4613599" y="4758899"/>
                  <a:pt x="4566181" y="5157998"/>
                  <a:pt x="4485789" y="5552906"/>
                </a:cubicBezTo>
                <a:cubicBezTo>
                  <a:pt x="4397121" y="5988893"/>
                  <a:pt x="4276748" y="6414594"/>
                  <a:pt x="4117769" y="6828295"/>
                </a:cubicBezTo>
                <a:lnTo>
                  <a:pt x="4105288" y="6858000"/>
                </a:lnTo>
                <a:lnTo>
                  <a:pt x="4052520" y="6858000"/>
                </a:lnTo>
                <a:lnTo>
                  <a:pt x="4059369" y="6841549"/>
                </a:lnTo>
                <a:cubicBezTo>
                  <a:pt x="4147276" y="6614016"/>
                  <a:pt x="4224193" y="6380817"/>
                  <a:pt x="4291518" y="6142729"/>
                </a:cubicBezTo>
                <a:cubicBezTo>
                  <a:pt x="4350055" y="5935370"/>
                  <a:pt x="4393256" y="5723695"/>
                  <a:pt x="4443357" y="5513923"/>
                </a:cubicBezTo>
                <a:cubicBezTo>
                  <a:pt x="4444541" y="5502788"/>
                  <a:pt x="4445137" y="5491601"/>
                  <a:pt x="4445146" y="5480401"/>
                </a:cubicBezTo>
                <a:cubicBezTo>
                  <a:pt x="4408465" y="5607635"/>
                  <a:pt x="4379196" y="5719759"/>
                  <a:pt x="4344559" y="5830359"/>
                </a:cubicBezTo>
                <a:cubicBezTo>
                  <a:pt x="4254261" y="6118381"/>
                  <a:pt x="4150112" y="6398531"/>
                  <a:pt x="4031702" y="6670527"/>
                </a:cubicBezTo>
                <a:lnTo>
                  <a:pt x="3943824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19" name="sketchy line">
            <a:extLst>
              <a:ext uri="{FF2B5EF4-FFF2-40B4-BE49-F238E27FC236}">
                <a16:creationId xmlns:a16="http://schemas.microsoft.com/office/drawing/2014/main" id="{F49775AF-8896-43EE-92C6-83497D6DC5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59646" y="4409267"/>
            <a:ext cx="3182692" cy="18288"/>
          </a:xfrm>
          <a:custGeom>
            <a:avLst/>
            <a:gdLst>
              <a:gd name="csX0" fmla="*/ 0 w 3182692"/>
              <a:gd name="csY0" fmla="*/ 0 h 18288"/>
              <a:gd name="csX1" fmla="*/ 604711 w 3182692"/>
              <a:gd name="csY1" fmla="*/ 0 h 18288"/>
              <a:gd name="csX2" fmla="*/ 1241250 w 3182692"/>
              <a:gd name="csY2" fmla="*/ 0 h 18288"/>
              <a:gd name="csX3" fmla="*/ 1909615 w 3182692"/>
              <a:gd name="csY3" fmla="*/ 0 h 18288"/>
              <a:gd name="csX4" fmla="*/ 2577981 w 3182692"/>
              <a:gd name="csY4" fmla="*/ 0 h 18288"/>
              <a:gd name="csX5" fmla="*/ 3182692 w 3182692"/>
              <a:gd name="csY5" fmla="*/ 0 h 18288"/>
              <a:gd name="csX6" fmla="*/ 3182692 w 3182692"/>
              <a:gd name="csY6" fmla="*/ 18288 h 18288"/>
              <a:gd name="csX7" fmla="*/ 2482500 w 3182692"/>
              <a:gd name="csY7" fmla="*/ 18288 h 18288"/>
              <a:gd name="csX8" fmla="*/ 1782308 w 3182692"/>
              <a:gd name="csY8" fmla="*/ 18288 h 18288"/>
              <a:gd name="csX9" fmla="*/ 1145769 w 3182692"/>
              <a:gd name="csY9" fmla="*/ 18288 h 18288"/>
              <a:gd name="csX10" fmla="*/ 0 w 3182692"/>
              <a:gd name="csY10" fmla="*/ 18288 h 18288"/>
              <a:gd name="csX11" fmla="*/ 0 w 3182692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182692" h="18288" fill="none" extrusionOk="0">
                <a:moveTo>
                  <a:pt x="0" y="0"/>
                </a:moveTo>
                <a:cubicBezTo>
                  <a:pt x="126686" y="-21366"/>
                  <a:pt x="467788" y="9025"/>
                  <a:pt x="604711" y="0"/>
                </a:cubicBezTo>
                <a:cubicBezTo>
                  <a:pt x="741634" y="-9025"/>
                  <a:pt x="1061620" y="6814"/>
                  <a:pt x="1241250" y="0"/>
                </a:cubicBezTo>
                <a:cubicBezTo>
                  <a:pt x="1420880" y="-6814"/>
                  <a:pt x="1713773" y="13383"/>
                  <a:pt x="1909615" y="0"/>
                </a:cubicBezTo>
                <a:cubicBezTo>
                  <a:pt x="2105457" y="-13383"/>
                  <a:pt x="2257256" y="13567"/>
                  <a:pt x="2577981" y="0"/>
                </a:cubicBezTo>
                <a:cubicBezTo>
                  <a:pt x="2898706" y="-13567"/>
                  <a:pt x="3026063" y="6328"/>
                  <a:pt x="3182692" y="0"/>
                </a:cubicBezTo>
                <a:cubicBezTo>
                  <a:pt x="3181983" y="8157"/>
                  <a:pt x="3182279" y="12125"/>
                  <a:pt x="3182692" y="18288"/>
                </a:cubicBezTo>
                <a:cubicBezTo>
                  <a:pt x="2998421" y="21742"/>
                  <a:pt x="2675038" y="19014"/>
                  <a:pt x="2482500" y="18288"/>
                </a:cubicBezTo>
                <a:cubicBezTo>
                  <a:pt x="2289962" y="17562"/>
                  <a:pt x="1930644" y="6834"/>
                  <a:pt x="1782308" y="18288"/>
                </a:cubicBezTo>
                <a:cubicBezTo>
                  <a:pt x="1633972" y="29742"/>
                  <a:pt x="1287388" y="-1992"/>
                  <a:pt x="1145769" y="18288"/>
                </a:cubicBezTo>
                <a:cubicBezTo>
                  <a:pt x="1004150" y="38568"/>
                  <a:pt x="256377" y="-37438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182692" h="18288" stroke="0" extrusionOk="0">
                <a:moveTo>
                  <a:pt x="0" y="0"/>
                </a:moveTo>
                <a:cubicBezTo>
                  <a:pt x="283446" y="18201"/>
                  <a:pt x="432812" y="7290"/>
                  <a:pt x="604711" y="0"/>
                </a:cubicBezTo>
                <a:cubicBezTo>
                  <a:pt x="776610" y="-7290"/>
                  <a:pt x="982253" y="15478"/>
                  <a:pt x="1145769" y="0"/>
                </a:cubicBezTo>
                <a:cubicBezTo>
                  <a:pt x="1309285" y="-15478"/>
                  <a:pt x="1514247" y="-25520"/>
                  <a:pt x="1845961" y="0"/>
                </a:cubicBezTo>
                <a:cubicBezTo>
                  <a:pt x="2177675" y="25520"/>
                  <a:pt x="2297588" y="16646"/>
                  <a:pt x="2450673" y="0"/>
                </a:cubicBezTo>
                <a:cubicBezTo>
                  <a:pt x="2603758" y="-16646"/>
                  <a:pt x="3023048" y="-21196"/>
                  <a:pt x="3182692" y="0"/>
                </a:cubicBezTo>
                <a:cubicBezTo>
                  <a:pt x="3182428" y="4493"/>
                  <a:pt x="3183076" y="9472"/>
                  <a:pt x="3182692" y="18288"/>
                </a:cubicBezTo>
                <a:cubicBezTo>
                  <a:pt x="3039109" y="-12701"/>
                  <a:pt x="2823860" y="13848"/>
                  <a:pt x="2546154" y="18288"/>
                </a:cubicBezTo>
                <a:cubicBezTo>
                  <a:pt x="2268448" y="22728"/>
                  <a:pt x="2098674" y="5291"/>
                  <a:pt x="1845961" y="18288"/>
                </a:cubicBezTo>
                <a:cubicBezTo>
                  <a:pt x="1593248" y="31285"/>
                  <a:pt x="1456743" y="27560"/>
                  <a:pt x="1304904" y="18288"/>
                </a:cubicBezTo>
                <a:cubicBezTo>
                  <a:pt x="1153065" y="9016"/>
                  <a:pt x="947204" y="11126"/>
                  <a:pt x="668365" y="18288"/>
                </a:cubicBezTo>
                <a:cubicBezTo>
                  <a:pt x="389526" y="25450"/>
                  <a:pt x="288244" y="-4628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7E9AE4-5878-DEDB-C1D4-901CFC4299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B5C2CE-0B99-FFE9-3F87-0A57841A6447}"/>
              </a:ext>
            </a:extLst>
          </p:cNvPr>
          <p:cNvSpPr txBox="1"/>
          <p:nvPr/>
        </p:nvSpPr>
        <p:spPr>
          <a:xfrm>
            <a:off x="4089653" y="2749650"/>
            <a:ext cx="4572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 No-Code Platform for AI Chatbot Creation and Deployment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C61293E-6EBE-43EF-A52C-9BEBFD7679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73321" y="329184"/>
            <a:ext cx="4688333" cy="1783080"/>
          </a:xfrm>
        </p:spPr>
        <p:txBody>
          <a:bodyPr anchor="b">
            <a:normAutofit/>
          </a:bodyPr>
          <a:lstStyle/>
          <a:p>
            <a:r>
              <a:rPr lang="en-US" sz="4700" dirty="0"/>
              <a:t>Problem</a:t>
            </a:r>
          </a:p>
        </p:txBody>
      </p:sp>
      <p:pic>
        <p:nvPicPr>
          <p:cNvPr id="5" name="Picture 4" descr="A robot using a laptop sitting on a blue chair">
            <a:extLst>
              <a:ext uri="{FF2B5EF4-FFF2-40B4-BE49-F238E27FC236}">
                <a16:creationId xmlns:a16="http://schemas.microsoft.com/office/drawing/2014/main" id="{48CE11B9-0A34-E6DA-8270-03603CD592D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2986" r="8365"/>
          <a:stretch>
            <a:fillRect/>
          </a:stretch>
        </p:blipFill>
        <p:spPr>
          <a:xfrm>
            <a:off x="20" y="10"/>
            <a:ext cx="3492988" cy="6857990"/>
          </a:xfrm>
          <a:custGeom>
            <a:avLst/>
            <a:gdLst/>
            <a:ahLst/>
            <a:cxnLst/>
            <a:rect l="l" t="t" r="r" b="b"/>
            <a:pathLst>
              <a:path w="4657344" h="6858000">
                <a:moveTo>
                  <a:pt x="0" y="0"/>
                </a:moveTo>
                <a:lnTo>
                  <a:pt x="3429755" y="0"/>
                </a:lnTo>
                <a:lnTo>
                  <a:pt x="3526016" y="148742"/>
                </a:lnTo>
                <a:cubicBezTo>
                  <a:pt x="3657740" y="365513"/>
                  <a:pt x="3777402" y="589569"/>
                  <a:pt x="3886489" y="819975"/>
                </a:cubicBezTo>
                <a:cubicBezTo>
                  <a:pt x="3891856" y="833492"/>
                  <a:pt x="3900663" y="845393"/>
                  <a:pt x="3912049" y="854514"/>
                </a:cubicBezTo>
                <a:cubicBezTo>
                  <a:pt x="3897352" y="819849"/>
                  <a:pt x="3883037" y="784928"/>
                  <a:pt x="3868083" y="750263"/>
                </a:cubicBezTo>
                <a:cubicBezTo>
                  <a:pt x="3806989" y="608712"/>
                  <a:pt x="3742478" y="469145"/>
                  <a:pt x="3674155" y="331786"/>
                </a:cubicBezTo>
                <a:lnTo>
                  <a:pt x="3496656" y="0"/>
                </a:lnTo>
                <a:lnTo>
                  <a:pt x="3554371" y="0"/>
                </a:lnTo>
                <a:lnTo>
                  <a:pt x="3661621" y="196614"/>
                </a:lnTo>
                <a:cubicBezTo>
                  <a:pt x="3856899" y="573253"/>
                  <a:pt x="4021071" y="966066"/>
                  <a:pt x="4161279" y="1371196"/>
                </a:cubicBezTo>
                <a:cubicBezTo>
                  <a:pt x="4379525" y="2007265"/>
                  <a:pt x="4530141" y="2664286"/>
                  <a:pt x="4610660" y="3331516"/>
                </a:cubicBezTo>
                <a:cubicBezTo>
                  <a:pt x="4652837" y="3672965"/>
                  <a:pt x="4671625" y="4013908"/>
                  <a:pt x="4645040" y="4357388"/>
                </a:cubicBezTo>
                <a:cubicBezTo>
                  <a:pt x="4613599" y="4758899"/>
                  <a:pt x="4566181" y="5157998"/>
                  <a:pt x="4485789" y="5552906"/>
                </a:cubicBezTo>
                <a:cubicBezTo>
                  <a:pt x="4397121" y="5988893"/>
                  <a:pt x="4276748" y="6414594"/>
                  <a:pt x="4117769" y="6828295"/>
                </a:cubicBezTo>
                <a:lnTo>
                  <a:pt x="4105288" y="6858000"/>
                </a:lnTo>
                <a:lnTo>
                  <a:pt x="4052520" y="6858000"/>
                </a:lnTo>
                <a:lnTo>
                  <a:pt x="4059369" y="6841549"/>
                </a:lnTo>
                <a:cubicBezTo>
                  <a:pt x="4147276" y="6614016"/>
                  <a:pt x="4224193" y="6380817"/>
                  <a:pt x="4291518" y="6142729"/>
                </a:cubicBezTo>
                <a:cubicBezTo>
                  <a:pt x="4350055" y="5935370"/>
                  <a:pt x="4393256" y="5723695"/>
                  <a:pt x="4443357" y="5513923"/>
                </a:cubicBezTo>
                <a:cubicBezTo>
                  <a:pt x="4444541" y="5502788"/>
                  <a:pt x="4445137" y="5491601"/>
                  <a:pt x="4445146" y="5480401"/>
                </a:cubicBezTo>
                <a:cubicBezTo>
                  <a:pt x="4408465" y="5607635"/>
                  <a:pt x="4379196" y="5719759"/>
                  <a:pt x="4344559" y="5830359"/>
                </a:cubicBezTo>
                <a:cubicBezTo>
                  <a:pt x="4254261" y="6118381"/>
                  <a:pt x="4150112" y="6398531"/>
                  <a:pt x="4031702" y="6670527"/>
                </a:cubicBezTo>
                <a:lnTo>
                  <a:pt x="3943824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11" name="sketchy line">
            <a:extLst>
              <a:ext uri="{FF2B5EF4-FFF2-40B4-BE49-F238E27FC236}">
                <a16:creationId xmlns:a16="http://schemas.microsoft.com/office/drawing/2014/main" id="{21540236-BFD5-4A9D-8840-4703E7F768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73321" y="2374947"/>
            <a:ext cx="3182692" cy="18288"/>
          </a:xfrm>
          <a:custGeom>
            <a:avLst/>
            <a:gdLst>
              <a:gd name="csX0" fmla="*/ 0 w 3182692"/>
              <a:gd name="csY0" fmla="*/ 0 h 18288"/>
              <a:gd name="csX1" fmla="*/ 636538 w 3182692"/>
              <a:gd name="csY1" fmla="*/ 0 h 18288"/>
              <a:gd name="csX2" fmla="*/ 1273077 w 3182692"/>
              <a:gd name="csY2" fmla="*/ 0 h 18288"/>
              <a:gd name="csX3" fmla="*/ 1909615 w 3182692"/>
              <a:gd name="csY3" fmla="*/ 0 h 18288"/>
              <a:gd name="csX4" fmla="*/ 2482500 w 3182692"/>
              <a:gd name="csY4" fmla="*/ 0 h 18288"/>
              <a:gd name="csX5" fmla="*/ 3182692 w 3182692"/>
              <a:gd name="csY5" fmla="*/ 0 h 18288"/>
              <a:gd name="csX6" fmla="*/ 3182692 w 3182692"/>
              <a:gd name="csY6" fmla="*/ 18288 h 18288"/>
              <a:gd name="csX7" fmla="*/ 2609807 w 3182692"/>
              <a:gd name="csY7" fmla="*/ 18288 h 18288"/>
              <a:gd name="csX8" fmla="*/ 2068750 w 3182692"/>
              <a:gd name="csY8" fmla="*/ 18288 h 18288"/>
              <a:gd name="csX9" fmla="*/ 1432211 w 3182692"/>
              <a:gd name="csY9" fmla="*/ 18288 h 18288"/>
              <a:gd name="csX10" fmla="*/ 859327 w 3182692"/>
              <a:gd name="csY10" fmla="*/ 18288 h 18288"/>
              <a:gd name="csX11" fmla="*/ 0 w 3182692"/>
              <a:gd name="csY11" fmla="*/ 18288 h 18288"/>
              <a:gd name="csX12" fmla="*/ 0 w 3182692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182692" h="18288" fill="none" extrusionOk="0">
                <a:moveTo>
                  <a:pt x="0" y="0"/>
                </a:moveTo>
                <a:cubicBezTo>
                  <a:pt x="253588" y="25878"/>
                  <a:pt x="409323" y="-5359"/>
                  <a:pt x="636538" y="0"/>
                </a:cubicBezTo>
                <a:cubicBezTo>
                  <a:pt x="863753" y="5359"/>
                  <a:pt x="1007727" y="-28"/>
                  <a:pt x="1273077" y="0"/>
                </a:cubicBezTo>
                <a:cubicBezTo>
                  <a:pt x="1538427" y="28"/>
                  <a:pt x="1698640" y="-12775"/>
                  <a:pt x="1909615" y="0"/>
                </a:cubicBezTo>
                <a:cubicBezTo>
                  <a:pt x="2120590" y="12775"/>
                  <a:pt x="2210293" y="-21823"/>
                  <a:pt x="2482500" y="0"/>
                </a:cubicBezTo>
                <a:cubicBezTo>
                  <a:pt x="2754708" y="21823"/>
                  <a:pt x="3004133" y="-28750"/>
                  <a:pt x="3182692" y="0"/>
                </a:cubicBezTo>
                <a:cubicBezTo>
                  <a:pt x="3183134" y="4516"/>
                  <a:pt x="3181865" y="12266"/>
                  <a:pt x="3182692" y="18288"/>
                </a:cubicBezTo>
                <a:cubicBezTo>
                  <a:pt x="2947402" y="22440"/>
                  <a:pt x="2876226" y="27191"/>
                  <a:pt x="2609807" y="18288"/>
                </a:cubicBezTo>
                <a:cubicBezTo>
                  <a:pt x="2343389" y="9385"/>
                  <a:pt x="2326689" y="25579"/>
                  <a:pt x="2068750" y="18288"/>
                </a:cubicBezTo>
                <a:cubicBezTo>
                  <a:pt x="1810811" y="10997"/>
                  <a:pt x="1713836" y="48219"/>
                  <a:pt x="1432211" y="18288"/>
                </a:cubicBezTo>
                <a:cubicBezTo>
                  <a:pt x="1150586" y="-11643"/>
                  <a:pt x="982765" y="3747"/>
                  <a:pt x="859327" y="18288"/>
                </a:cubicBezTo>
                <a:cubicBezTo>
                  <a:pt x="735889" y="32829"/>
                  <a:pt x="254183" y="35231"/>
                  <a:pt x="0" y="18288"/>
                </a:cubicBezTo>
                <a:cubicBezTo>
                  <a:pt x="-306" y="11477"/>
                  <a:pt x="485" y="4355"/>
                  <a:pt x="0" y="0"/>
                </a:cubicBezTo>
                <a:close/>
              </a:path>
              <a:path w="3182692" h="18288" stroke="0" extrusionOk="0">
                <a:moveTo>
                  <a:pt x="0" y="0"/>
                </a:moveTo>
                <a:cubicBezTo>
                  <a:pt x="243108" y="-22426"/>
                  <a:pt x="387854" y="22949"/>
                  <a:pt x="572885" y="0"/>
                </a:cubicBezTo>
                <a:cubicBezTo>
                  <a:pt x="757916" y="-22949"/>
                  <a:pt x="923707" y="6797"/>
                  <a:pt x="1113942" y="0"/>
                </a:cubicBezTo>
                <a:cubicBezTo>
                  <a:pt x="1304177" y="-6797"/>
                  <a:pt x="1495991" y="20627"/>
                  <a:pt x="1686827" y="0"/>
                </a:cubicBezTo>
                <a:cubicBezTo>
                  <a:pt x="1877663" y="-20627"/>
                  <a:pt x="2170182" y="-20672"/>
                  <a:pt x="2323365" y="0"/>
                </a:cubicBezTo>
                <a:cubicBezTo>
                  <a:pt x="2476548" y="20672"/>
                  <a:pt x="2919164" y="6097"/>
                  <a:pt x="3182692" y="0"/>
                </a:cubicBezTo>
                <a:cubicBezTo>
                  <a:pt x="3183269" y="4624"/>
                  <a:pt x="3183511" y="11191"/>
                  <a:pt x="3182692" y="18288"/>
                </a:cubicBezTo>
                <a:cubicBezTo>
                  <a:pt x="3026065" y="-10849"/>
                  <a:pt x="2775006" y="23067"/>
                  <a:pt x="2546154" y="18288"/>
                </a:cubicBezTo>
                <a:cubicBezTo>
                  <a:pt x="2317302" y="13509"/>
                  <a:pt x="2168173" y="-8513"/>
                  <a:pt x="1845961" y="18288"/>
                </a:cubicBezTo>
                <a:cubicBezTo>
                  <a:pt x="1523749" y="45089"/>
                  <a:pt x="1450078" y="-844"/>
                  <a:pt x="1304904" y="18288"/>
                </a:cubicBezTo>
                <a:cubicBezTo>
                  <a:pt x="1159730" y="37420"/>
                  <a:pt x="942635" y="-10021"/>
                  <a:pt x="604711" y="18288"/>
                </a:cubicBezTo>
                <a:cubicBezTo>
                  <a:pt x="266787" y="46597"/>
                  <a:pt x="141927" y="-8395"/>
                  <a:pt x="0" y="18288"/>
                </a:cubicBezTo>
                <a:cubicBezTo>
                  <a:pt x="-171" y="12755"/>
                  <a:pt x="-690" y="793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73321" y="2706624"/>
            <a:ext cx="4688333" cy="3483864"/>
          </a:xfrm>
        </p:spPr>
        <p:txBody>
          <a:bodyPr>
            <a:normAutofit/>
          </a:bodyPr>
          <a:lstStyle/>
          <a:p>
            <a:r>
              <a:rPr lang="en-US" sz="1900" dirty="0"/>
              <a:t>Building AI chatbots requires programming knowledge</a:t>
            </a:r>
          </a:p>
          <a:p>
            <a:r>
              <a:rPr lang="en-US" sz="1900" dirty="0"/>
              <a:t>Not accessible to non-technical users</a:t>
            </a:r>
          </a:p>
          <a:p>
            <a:r>
              <a:rPr lang="en-US" sz="1900" dirty="0"/>
              <a:t>Difficult to integrate knowledge sources</a:t>
            </a:r>
          </a:p>
          <a:p>
            <a:r>
              <a:rPr lang="en-US" sz="1900" dirty="0"/>
              <a:t>No simple way to deploy and test chatbots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24409A-715B-C49D-FF49-F28C11ACE7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C61293E-6EBE-43EF-A52C-9BEBFD7679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73321" y="329184"/>
            <a:ext cx="4688333" cy="1783080"/>
          </a:xfrm>
        </p:spPr>
        <p:txBody>
          <a:bodyPr anchor="b">
            <a:normAutofit/>
          </a:bodyPr>
          <a:lstStyle/>
          <a:p>
            <a:r>
              <a:rPr lang="en-US" sz="4700"/>
              <a:t>Solution</a:t>
            </a:r>
          </a:p>
        </p:txBody>
      </p:sp>
      <p:pic>
        <p:nvPicPr>
          <p:cNvPr id="5" name="Picture 4" descr="Computer script on a screen">
            <a:extLst>
              <a:ext uri="{FF2B5EF4-FFF2-40B4-BE49-F238E27FC236}">
                <a16:creationId xmlns:a16="http://schemas.microsoft.com/office/drawing/2014/main" id="{288656CE-D6B3-0C9F-8CFA-E229B426F82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115" r="52887" b="-1"/>
          <a:stretch>
            <a:fillRect/>
          </a:stretch>
        </p:blipFill>
        <p:spPr>
          <a:xfrm>
            <a:off x="20" y="10"/>
            <a:ext cx="3492988" cy="6857990"/>
          </a:xfrm>
          <a:custGeom>
            <a:avLst/>
            <a:gdLst/>
            <a:ahLst/>
            <a:cxnLst/>
            <a:rect l="l" t="t" r="r" b="b"/>
            <a:pathLst>
              <a:path w="4657344" h="6858000">
                <a:moveTo>
                  <a:pt x="0" y="0"/>
                </a:moveTo>
                <a:lnTo>
                  <a:pt x="3429755" y="0"/>
                </a:lnTo>
                <a:lnTo>
                  <a:pt x="3526016" y="148742"/>
                </a:lnTo>
                <a:cubicBezTo>
                  <a:pt x="3657740" y="365513"/>
                  <a:pt x="3777402" y="589569"/>
                  <a:pt x="3886489" y="819975"/>
                </a:cubicBezTo>
                <a:cubicBezTo>
                  <a:pt x="3891856" y="833492"/>
                  <a:pt x="3900663" y="845393"/>
                  <a:pt x="3912049" y="854514"/>
                </a:cubicBezTo>
                <a:cubicBezTo>
                  <a:pt x="3897352" y="819849"/>
                  <a:pt x="3883037" y="784928"/>
                  <a:pt x="3868083" y="750263"/>
                </a:cubicBezTo>
                <a:cubicBezTo>
                  <a:pt x="3806989" y="608712"/>
                  <a:pt x="3742478" y="469145"/>
                  <a:pt x="3674155" y="331786"/>
                </a:cubicBezTo>
                <a:lnTo>
                  <a:pt x="3496656" y="0"/>
                </a:lnTo>
                <a:lnTo>
                  <a:pt x="3554371" y="0"/>
                </a:lnTo>
                <a:lnTo>
                  <a:pt x="3661621" y="196614"/>
                </a:lnTo>
                <a:cubicBezTo>
                  <a:pt x="3856899" y="573253"/>
                  <a:pt x="4021071" y="966066"/>
                  <a:pt x="4161279" y="1371196"/>
                </a:cubicBezTo>
                <a:cubicBezTo>
                  <a:pt x="4379525" y="2007265"/>
                  <a:pt x="4530141" y="2664286"/>
                  <a:pt x="4610660" y="3331516"/>
                </a:cubicBezTo>
                <a:cubicBezTo>
                  <a:pt x="4652837" y="3672965"/>
                  <a:pt x="4671625" y="4013908"/>
                  <a:pt x="4645040" y="4357388"/>
                </a:cubicBezTo>
                <a:cubicBezTo>
                  <a:pt x="4613599" y="4758899"/>
                  <a:pt x="4566181" y="5157998"/>
                  <a:pt x="4485789" y="5552906"/>
                </a:cubicBezTo>
                <a:cubicBezTo>
                  <a:pt x="4397121" y="5988893"/>
                  <a:pt x="4276748" y="6414594"/>
                  <a:pt x="4117769" y="6828295"/>
                </a:cubicBezTo>
                <a:lnTo>
                  <a:pt x="4105288" y="6858000"/>
                </a:lnTo>
                <a:lnTo>
                  <a:pt x="4052520" y="6858000"/>
                </a:lnTo>
                <a:lnTo>
                  <a:pt x="4059369" y="6841549"/>
                </a:lnTo>
                <a:cubicBezTo>
                  <a:pt x="4147276" y="6614016"/>
                  <a:pt x="4224193" y="6380817"/>
                  <a:pt x="4291518" y="6142729"/>
                </a:cubicBezTo>
                <a:cubicBezTo>
                  <a:pt x="4350055" y="5935370"/>
                  <a:pt x="4393256" y="5723695"/>
                  <a:pt x="4443357" y="5513923"/>
                </a:cubicBezTo>
                <a:cubicBezTo>
                  <a:pt x="4444541" y="5502788"/>
                  <a:pt x="4445137" y="5491601"/>
                  <a:pt x="4445146" y="5480401"/>
                </a:cubicBezTo>
                <a:cubicBezTo>
                  <a:pt x="4408465" y="5607635"/>
                  <a:pt x="4379196" y="5719759"/>
                  <a:pt x="4344559" y="5830359"/>
                </a:cubicBezTo>
                <a:cubicBezTo>
                  <a:pt x="4254261" y="6118381"/>
                  <a:pt x="4150112" y="6398531"/>
                  <a:pt x="4031702" y="6670527"/>
                </a:cubicBezTo>
                <a:lnTo>
                  <a:pt x="3943824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11" name="sketchy line">
            <a:extLst>
              <a:ext uri="{FF2B5EF4-FFF2-40B4-BE49-F238E27FC236}">
                <a16:creationId xmlns:a16="http://schemas.microsoft.com/office/drawing/2014/main" id="{21540236-BFD5-4A9D-8840-4703E7F768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73321" y="2374947"/>
            <a:ext cx="3182692" cy="18288"/>
          </a:xfrm>
          <a:custGeom>
            <a:avLst/>
            <a:gdLst>
              <a:gd name="csX0" fmla="*/ 0 w 3182692"/>
              <a:gd name="csY0" fmla="*/ 0 h 18288"/>
              <a:gd name="csX1" fmla="*/ 636538 w 3182692"/>
              <a:gd name="csY1" fmla="*/ 0 h 18288"/>
              <a:gd name="csX2" fmla="*/ 1273077 w 3182692"/>
              <a:gd name="csY2" fmla="*/ 0 h 18288"/>
              <a:gd name="csX3" fmla="*/ 1909615 w 3182692"/>
              <a:gd name="csY3" fmla="*/ 0 h 18288"/>
              <a:gd name="csX4" fmla="*/ 2482500 w 3182692"/>
              <a:gd name="csY4" fmla="*/ 0 h 18288"/>
              <a:gd name="csX5" fmla="*/ 3182692 w 3182692"/>
              <a:gd name="csY5" fmla="*/ 0 h 18288"/>
              <a:gd name="csX6" fmla="*/ 3182692 w 3182692"/>
              <a:gd name="csY6" fmla="*/ 18288 h 18288"/>
              <a:gd name="csX7" fmla="*/ 2609807 w 3182692"/>
              <a:gd name="csY7" fmla="*/ 18288 h 18288"/>
              <a:gd name="csX8" fmla="*/ 2068750 w 3182692"/>
              <a:gd name="csY8" fmla="*/ 18288 h 18288"/>
              <a:gd name="csX9" fmla="*/ 1432211 w 3182692"/>
              <a:gd name="csY9" fmla="*/ 18288 h 18288"/>
              <a:gd name="csX10" fmla="*/ 859327 w 3182692"/>
              <a:gd name="csY10" fmla="*/ 18288 h 18288"/>
              <a:gd name="csX11" fmla="*/ 0 w 3182692"/>
              <a:gd name="csY11" fmla="*/ 18288 h 18288"/>
              <a:gd name="csX12" fmla="*/ 0 w 3182692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182692" h="18288" fill="none" extrusionOk="0">
                <a:moveTo>
                  <a:pt x="0" y="0"/>
                </a:moveTo>
                <a:cubicBezTo>
                  <a:pt x="253588" y="25878"/>
                  <a:pt x="409323" y="-5359"/>
                  <a:pt x="636538" y="0"/>
                </a:cubicBezTo>
                <a:cubicBezTo>
                  <a:pt x="863753" y="5359"/>
                  <a:pt x="1007727" y="-28"/>
                  <a:pt x="1273077" y="0"/>
                </a:cubicBezTo>
                <a:cubicBezTo>
                  <a:pt x="1538427" y="28"/>
                  <a:pt x="1698640" y="-12775"/>
                  <a:pt x="1909615" y="0"/>
                </a:cubicBezTo>
                <a:cubicBezTo>
                  <a:pt x="2120590" y="12775"/>
                  <a:pt x="2210293" y="-21823"/>
                  <a:pt x="2482500" y="0"/>
                </a:cubicBezTo>
                <a:cubicBezTo>
                  <a:pt x="2754708" y="21823"/>
                  <a:pt x="3004133" y="-28750"/>
                  <a:pt x="3182692" y="0"/>
                </a:cubicBezTo>
                <a:cubicBezTo>
                  <a:pt x="3183134" y="4516"/>
                  <a:pt x="3181865" y="12266"/>
                  <a:pt x="3182692" y="18288"/>
                </a:cubicBezTo>
                <a:cubicBezTo>
                  <a:pt x="2947402" y="22440"/>
                  <a:pt x="2876226" y="27191"/>
                  <a:pt x="2609807" y="18288"/>
                </a:cubicBezTo>
                <a:cubicBezTo>
                  <a:pt x="2343389" y="9385"/>
                  <a:pt x="2326689" y="25579"/>
                  <a:pt x="2068750" y="18288"/>
                </a:cubicBezTo>
                <a:cubicBezTo>
                  <a:pt x="1810811" y="10997"/>
                  <a:pt x="1713836" y="48219"/>
                  <a:pt x="1432211" y="18288"/>
                </a:cubicBezTo>
                <a:cubicBezTo>
                  <a:pt x="1150586" y="-11643"/>
                  <a:pt x="982765" y="3747"/>
                  <a:pt x="859327" y="18288"/>
                </a:cubicBezTo>
                <a:cubicBezTo>
                  <a:pt x="735889" y="32829"/>
                  <a:pt x="254183" y="35231"/>
                  <a:pt x="0" y="18288"/>
                </a:cubicBezTo>
                <a:cubicBezTo>
                  <a:pt x="-306" y="11477"/>
                  <a:pt x="485" y="4355"/>
                  <a:pt x="0" y="0"/>
                </a:cubicBezTo>
                <a:close/>
              </a:path>
              <a:path w="3182692" h="18288" stroke="0" extrusionOk="0">
                <a:moveTo>
                  <a:pt x="0" y="0"/>
                </a:moveTo>
                <a:cubicBezTo>
                  <a:pt x="243108" y="-22426"/>
                  <a:pt x="387854" y="22949"/>
                  <a:pt x="572885" y="0"/>
                </a:cubicBezTo>
                <a:cubicBezTo>
                  <a:pt x="757916" y="-22949"/>
                  <a:pt x="923707" y="6797"/>
                  <a:pt x="1113942" y="0"/>
                </a:cubicBezTo>
                <a:cubicBezTo>
                  <a:pt x="1304177" y="-6797"/>
                  <a:pt x="1495991" y="20627"/>
                  <a:pt x="1686827" y="0"/>
                </a:cubicBezTo>
                <a:cubicBezTo>
                  <a:pt x="1877663" y="-20627"/>
                  <a:pt x="2170182" y="-20672"/>
                  <a:pt x="2323365" y="0"/>
                </a:cubicBezTo>
                <a:cubicBezTo>
                  <a:pt x="2476548" y="20672"/>
                  <a:pt x="2919164" y="6097"/>
                  <a:pt x="3182692" y="0"/>
                </a:cubicBezTo>
                <a:cubicBezTo>
                  <a:pt x="3183269" y="4624"/>
                  <a:pt x="3183511" y="11191"/>
                  <a:pt x="3182692" y="18288"/>
                </a:cubicBezTo>
                <a:cubicBezTo>
                  <a:pt x="3026065" y="-10849"/>
                  <a:pt x="2775006" y="23067"/>
                  <a:pt x="2546154" y="18288"/>
                </a:cubicBezTo>
                <a:cubicBezTo>
                  <a:pt x="2317302" y="13509"/>
                  <a:pt x="2168173" y="-8513"/>
                  <a:pt x="1845961" y="18288"/>
                </a:cubicBezTo>
                <a:cubicBezTo>
                  <a:pt x="1523749" y="45089"/>
                  <a:pt x="1450078" y="-844"/>
                  <a:pt x="1304904" y="18288"/>
                </a:cubicBezTo>
                <a:cubicBezTo>
                  <a:pt x="1159730" y="37420"/>
                  <a:pt x="942635" y="-10021"/>
                  <a:pt x="604711" y="18288"/>
                </a:cubicBezTo>
                <a:cubicBezTo>
                  <a:pt x="266787" y="46597"/>
                  <a:pt x="141927" y="-8395"/>
                  <a:pt x="0" y="18288"/>
                </a:cubicBezTo>
                <a:cubicBezTo>
                  <a:pt x="-171" y="12755"/>
                  <a:pt x="-690" y="793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73321" y="2706624"/>
            <a:ext cx="4688333" cy="3483864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b="1" dirty="0"/>
              <a:t>Proposed Solution: Chatbot Builder Platform</a:t>
            </a:r>
            <a:endParaRPr lang="en-US" dirty="0"/>
          </a:p>
          <a:p>
            <a:r>
              <a:rPr lang="en-US" dirty="0"/>
              <a:t>No-code chatbot creation system </a:t>
            </a:r>
          </a:p>
          <a:p>
            <a:r>
              <a:rPr lang="en-US" dirty="0"/>
              <a:t>Supports multiple knowledge sources: </a:t>
            </a:r>
          </a:p>
          <a:p>
            <a:pPr lvl="1"/>
            <a:r>
              <a:rPr lang="en-US" dirty="0"/>
              <a:t>Website URLs </a:t>
            </a:r>
          </a:p>
          <a:p>
            <a:pPr lvl="1"/>
            <a:r>
              <a:rPr lang="en-US" dirty="0"/>
              <a:t>Text input </a:t>
            </a:r>
          </a:p>
          <a:p>
            <a:r>
              <a:rPr lang="en-US" dirty="0"/>
              <a:t>Built-in chatbot testing interface </a:t>
            </a:r>
          </a:p>
          <a:p>
            <a:r>
              <a:rPr lang="en-US" dirty="0"/>
              <a:t>One-click publishing with shareable link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0AE61D-381A-6F70-701D-F52A5BBE2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87CB08C-164B-3802-E81A-6605A4B7E43F}"/>
              </a:ext>
            </a:extLst>
          </p:cNvPr>
          <p:cNvSpPr txBox="1"/>
          <p:nvPr/>
        </p:nvSpPr>
        <p:spPr>
          <a:xfrm>
            <a:off x="3789895" y="5964112"/>
            <a:ext cx="51430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i="1" dirty="0"/>
              <a:t>Designed for ease of use and rapid deployment!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C61293E-6EBE-43EF-A52C-9BEBFD7679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73321" y="329184"/>
            <a:ext cx="4688333" cy="1783080"/>
          </a:xfrm>
        </p:spPr>
        <p:txBody>
          <a:bodyPr anchor="b">
            <a:normAutofit/>
          </a:bodyPr>
          <a:lstStyle/>
          <a:p>
            <a:r>
              <a:rPr lang="en-US" sz="4700"/>
              <a:t>Key Features</a:t>
            </a:r>
          </a:p>
        </p:txBody>
      </p:sp>
      <p:pic>
        <p:nvPicPr>
          <p:cNvPr id="5" name="Picture 4" descr="Electronic circuit board">
            <a:extLst>
              <a:ext uri="{FF2B5EF4-FFF2-40B4-BE49-F238E27FC236}">
                <a16:creationId xmlns:a16="http://schemas.microsoft.com/office/drawing/2014/main" id="{A6692BC4-AD0A-33EA-6AA5-C884A3C0514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8515" r="41689" b="1"/>
          <a:stretch>
            <a:fillRect/>
          </a:stretch>
        </p:blipFill>
        <p:spPr>
          <a:xfrm>
            <a:off x="20" y="10"/>
            <a:ext cx="3492988" cy="6857990"/>
          </a:xfrm>
          <a:custGeom>
            <a:avLst/>
            <a:gdLst/>
            <a:ahLst/>
            <a:cxnLst/>
            <a:rect l="l" t="t" r="r" b="b"/>
            <a:pathLst>
              <a:path w="4657344" h="6858000">
                <a:moveTo>
                  <a:pt x="0" y="0"/>
                </a:moveTo>
                <a:lnTo>
                  <a:pt x="3429755" y="0"/>
                </a:lnTo>
                <a:lnTo>
                  <a:pt x="3526016" y="148742"/>
                </a:lnTo>
                <a:cubicBezTo>
                  <a:pt x="3657740" y="365513"/>
                  <a:pt x="3777402" y="589569"/>
                  <a:pt x="3886489" y="819975"/>
                </a:cubicBezTo>
                <a:cubicBezTo>
                  <a:pt x="3891856" y="833492"/>
                  <a:pt x="3900663" y="845393"/>
                  <a:pt x="3912049" y="854514"/>
                </a:cubicBezTo>
                <a:cubicBezTo>
                  <a:pt x="3897352" y="819849"/>
                  <a:pt x="3883037" y="784928"/>
                  <a:pt x="3868083" y="750263"/>
                </a:cubicBezTo>
                <a:cubicBezTo>
                  <a:pt x="3806989" y="608712"/>
                  <a:pt x="3742478" y="469145"/>
                  <a:pt x="3674155" y="331786"/>
                </a:cubicBezTo>
                <a:lnTo>
                  <a:pt x="3496656" y="0"/>
                </a:lnTo>
                <a:lnTo>
                  <a:pt x="3554371" y="0"/>
                </a:lnTo>
                <a:lnTo>
                  <a:pt x="3661621" y="196614"/>
                </a:lnTo>
                <a:cubicBezTo>
                  <a:pt x="3856899" y="573253"/>
                  <a:pt x="4021071" y="966066"/>
                  <a:pt x="4161279" y="1371196"/>
                </a:cubicBezTo>
                <a:cubicBezTo>
                  <a:pt x="4379525" y="2007265"/>
                  <a:pt x="4530141" y="2664286"/>
                  <a:pt x="4610660" y="3331516"/>
                </a:cubicBezTo>
                <a:cubicBezTo>
                  <a:pt x="4652837" y="3672965"/>
                  <a:pt x="4671625" y="4013908"/>
                  <a:pt x="4645040" y="4357388"/>
                </a:cubicBezTo>
                <a:cubicBezTo>
                  <a:pt x="4613599" y="4758899"/>
                  <a:pt x="4566181" y="5157998"/>
                  <a:pt x="4485789" y="5552906"/>
                </a:cubicBezTo>
                <a:cubicBezTo>
                  <a:pt x="4397121" y="5988893"/>
                  <a:pt x="4276748" y="6414594"/>
                  <a:pt x="4117769" y="6828295"/>
                </a:cubicBezTo>
                <a:lnTo>
                  <a:pt x="4105288" y="6858000"/>
                </a:lnTo>
                <a:lnTo>
                  <a:pt x="4052520" y="6858000"/>
                </a:lnTo>
                <a:lnTo>
                  <a:pt x="4059369" y="6841549"/>
                </a:lnTo>
                <a:cubicBezTo>
                  <a:pt x="4147276" y="6614016"/>
                  <a:pt x="4224193" y="6380817"/>
                  <a:pt x="4291518" y="6142729"/>
                </a:cubicBezTo>
                <a:cubicBezTo>
                  <a:pt x="4350055" y="5935370"/>
                  <a:pt x="4393256" y="5723695"/>
                  <a:pt x="4443357" y="5513923"/>
                </a:cubicBezTo>
                <a:cubicBezTo>
                  <a:pt x="4444541" y="5502788"/>
                  <a:pt x="4445137" y="5491601"/>
                  <a:pt x="4445146" y="5480401"/>
                </a:cubicBezTo>
                <a:cubicBezTo>
                  <a:pt x="4408465" y="5607635"/>
                  <a:pt x="4379196" y="5719759"/>
                  <a:pt x="4344559" y="5830359"/>
                </a:cubicBezTo>
                <a:cubicBezTo>
                  <a:pt x="4254261" y="6118381"/>
                  <a:pt x="4150112" y="6398531"/>
                  <a:pt x="4031702" y="6670527"/>
                </a:cubicBezTo>
                <a:lnTo>
                  <a:pt x="3943824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11" name="sketchy line">
            <a:extLst>
              <a:ext uri="{FF2B5EF4-FFF2-40B4-BE49-F238E27FC236}">
                <a16:creationId xmlns:a16="http://schemas.microsoft.com/office/drawing/2014/main" id="{21540236-BFD5-4A9D-8840-4703E7F768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73321" y="2374947"/>
            <a:ext cx="3182692" cy="18288"/>
          </a:xfrm>
          <a:custGeom>
            <a:avLst/>
            <a:gdLst>
              <a:gd name="csX0" fmla="*/ 0 w 3182692"/>
              <a:gd name="csY0" fmla="*/ 0 h 18288"/>
              <a:gd name="csX1" fmla="*/ 636538 w 3182692"/>
              <a:gd name="csY1" fmla="*/ 0 h 18288"/>
              <a:gd name="csX2" fmla="*/ 1273077 w 3182692"/>
              <a:gd name="csY2" fmla="*/ 0 h 18288"/>
              <a:gd name="csX3" fmla="*/ 1909615 w 3182692"/>
              <a:gd name="csY3" fmla="*/ 0 h 18288"/>
              <a:gd name="csX4" fmla="*/ 2482500 w 3182692"/>
              <a:gd name="csY4" fmla="*/ 0 h 18288"/>
              <a:gd name="csX5" fmla="*/ 3182692 w 3182692"/>
              <a:gd name="csY5" fmla="*/ 0 h 18288"/>
              <a:gd name="csX6" fmla="*/ 3182692 w 3182692"/>
              <a:gd name="csY6" fmla="*/ 18288 h 18288"/>
              <a:gd name="csX7" fmla="*/ 2609807 w 3182692"/>
              <a:gd name="csY7" fmla="*/ 18288 h 18288"/>
              <a:gd name="csX8" fmla="*/ 2068750 w 3182692"/>
              <a:gd name="csY8" fmla="*/ 18288 h 18288"/>
              <a:gd name="csX9" fmla="*/ 1432211 w 3182692"/>
              <a:gd name="csY9" fmla="*/ 18288 h 18288"/>
              <a:gd name="csX10" fmla="*/ 859327 w 3182692"/>
              <a:gd name="csY10" fmla="*/ 18288 h 18288"/>
              <a:gd name="csX11" fmla="*/ 0 w 3182692"/>
              <a:gd name="csY11" fmla="*/ 18288 h 18288"/>
              <a:gd name="csX12" fmla="*/ 0 w 3182692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182692" h="18288" fill="none" extrusionOk="0">
                <a:moveTo>
                  <a:pt x="0" y="0"/>
                </a:moveTo>
                <a:cubicBezTo>
                  <a:pt x="253588" y="25878"/>
                  <a:pt x="409323" y="-5359"/>
                  <a:pt x="636538" y="0"/>
                </a:cubicBezTo>
                <a:cubicBezTo>
                  <a:pt x="863753" y="5359"/>
                  <a:pt x="1007727" y="-28"/>
                  <a:pt x="1273077" y="0"/>
                </a:cubicBezTo>
                <a:cubicBezTo>
                  <a:pt x="1538427" y="28"/>
                  <a:pt x="1698640" y="-12775"/>
                  <a:pt x="1909615" y="0"/>
                </a:cubicBezTo>
                <a:cubicBezTo>
                  <a:pt x="2120590" y="12775"/>
                  <a:pt x="2210293" y="-21823"/>
                  <a:pt x="2482500" y="0"/>
                </a:cubicBezTo>
                <a:cubicBezTo>
                  <a:pt x="2754708" y="21823"/>
                  <a:pt x="3004133" y="-28750"/>
                  <a:pt x="3182692" y="0"/>
                </a:cubicBezTo>
                <a:cubicBezTo>
                  <a:pt x="3183134" y="4516"/>
                  <a:pt x="3181865" y="12266"/>
                  <a:pt x="3182692" y="18288"/>
                </a:cubicBezTo>
                <a:cubicBezTo>
                  <a:pt x="2947402" y="22440"/>
                  <a:pt x="2876226" y="27191"/>
                  <a:pt x="2609807" y="18288"/>
                </a:cubicBezTo>
                <a:cubicBezTo>
                  <a:pt x="2343389" y="9385"/>
                  <a:pt x="2326689" y="25579"/>
                  <a:pt x="2068750" y="18288"/>
                </a:cubicBezTo>
                <a:cubicBezTo>
                  <a:pt x="1810811" y="10997"/>
                  <a:pt x="1713836" y="48219"/>
                  <a:pt x="1432211" y="18288"/>
                </a:cubicBezTo>
                <a:cubicBezTo>
                  <a:pt x="1150586" y="-11643"/>
                  <a:pt x="982765" y="3747"/>
                  <a:pt x="859327" y="18288"/>
                </a:cubicBezTo>
                <a:cubicBezTo>
                  <a:pt x="735889" y="32829"/>
                  <a:pt x="254183" y="35231"/>
                  <a:pt x="0" y="18288"/>
                </a:cubicBezTo>
                <a:cubicBezTo>
                  <a:pt x="-306" y="11477"/>
                  <a:pt x="485" y="4355"/>
                  <a:pt x="0" y="0"/>
                </a:cubicBezTo>
                <a:close/>
              </a:path>
              <a:path w="3182692" h="18288" stroke="0" extrusionOk="0">
                <a:moveTo>
                  <a:pt x="0" y="0"/>
                </a:moveTo>
                <a:cubicBezTo>
                  <a:pt x="243108" y="-22426"/>
                  <a:pt x="387854" y="22949"/>
                  <a:pt x="572885" y="0"/>
                </a:cubicBezTo>
                <a:cubicBezTo>
                  <a:pt x="757916" y="-22949"/>
                  <a:pt x="923707" y="6797"/>
                  <a:pt x="1113942" y="0"/>
                </a:cubicBezTo>
                <a:cubicBezTo>
                  <a:pt x="1304177" y="-6797"/>
                  <a:pt x="1495991" y="20627"/>
                  <a:pt x="1686827" y="0"/>
                </a:cubicBezTo>
                <a:cubicBezTo>
                  <a:pt x="1877663" y="-20627"/>
                  <a:pt x="2170182" y="-20672"/>
                  <a:pt x="2323365" y="0"/>
                </a:cubicBezTo>
                <a:cubicBezTo>
                  <a:pt x="2476548" y="20672"/>
                  <a:pt x="2919164" y="6097"/>
                  <a:pt x="3182692" y="0"/>
                </a:cubicBezTo>
                <a:cubicBezTo>
                  <a:pt x="3183269" y="4624"/>
                  <a:pt x="3183511" y="11191"/>
                  <a:pt x="3182692" y="18288"/>
                </a:cubicBezTo>
                <a:cubicBezTo>
                  <a:pt x="3026065" y="-10849"/>
                  <a:pt x="2775006" y="23067"/>
                  <a:pt x="2546154" y="18288"/>
                </a:cubicBezTo>
                <a:cubicBezTo>
                  <a:pt x="2317302" y="13509"/>
                  <a:pt x="2168173" y="-8513"/>
                  <a:pt x="1845961" y="18288"/>
                </a:cubicBezTo>
                <a:cubicBezTo>
                  <a:pt x="1523749" y="45089"/>
                  <a:pt x="1450078" y="-844"/>
                  <a:pt x="1304904" y="18288"/>
                </a:cubicBezTo>
                <a:cubicBezTo>
                  <a:pt x="1159730" y="37420"/>
                  <a:pt x="942635" y="-10021"/>
                  <a:pt x="604711" y="18288"/>
                </a:cubicBezTo>
                <a:cubicBezTo>
                  <a:pt x="266787" y="46597"/>
                  <a:pt x="141927" y="-8395"/>
                  <a:pt x="0" y="18288"/>
                </a:cubicBezTo>
                <a:cubicBezTo>
                  <a:pt x="-171" y="12755"/>
                  <a:pt x="-690" y="793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73321" y="2706624"/>
            <a:ext cx="4688333" cy="348386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b="1" dirty="0"/>
              <a:t>Core Features of the System</a:t>
            </a:r>
            <a:endParaRPr lang="en-US" sz="2000" dirty="0"/>
          </a:p>
          <a:p>
            <a:r>
              <a:rPr lang="en-US" sz="2000" dirty="0"/>
              <a:t>User authentication and dashboard </a:t>
            </a:r>
          </a:p>
          <a:p>
            <a:r>
              <a:rPr lang="en-US" sz="2000" dirty="0"/>
              <a:t>Step-by-step chatbot creation wizard </a:t>
            </a:r>
          </a:p>
          <a:p>
            <a:r>
              <a:rPr lang="en-US" sz="2000" dirty="0"/>
              <a:t>Knowledge ingestion (URL &amp; text) </a:t>
            </a:r>
          </a:p>
          <a:p>
            <a:r>
              <a:rPr lang="en-US" sz="2000" dirty="0"/>
              <a:t>Real-time chatbot testing </a:t>
            </a:r>
          </a:p>
          <a:p>
            <a:r>
              <a:rPr lang="en-US" sz="2000" dirty="0"/>
              <a:t>Publish chatbot with public access </a:t>
            </a:r>
          </a:p>
          <a:p>
            <a:r>
              <a:rPr lang="en-US" sz="2000" dirty="0"/>
              <a:t>Analytics dashboard for performance tracking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A01493-9838-7607-4344-6E387AE3BF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35">
            <a:extLst>
              <a:ext uri="{FF2B5EF4-FFF2-40B4-BE49-F238E27FC236}">
                <a16:creationId xmlns:a16="http://schemas.microsoft.com/office/drawing/2014/main" id="{7C98A213-5994-475E-B327-DC6EC27FBA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160" y="670218"/>
            <a:ext cx="818223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</a:pPr>
            <a:r>
              <a:rPr lang="en-US" sz="5700" dirty="0"/>
              <a:t>Architecture Diagram</a:t>
            </a:r>
          </a:p>
        </p:txBody>
      </p:sp>
      <p:sp>
        <p:nvSpPr>
          <p:cNvPr id="38" name="sketch line">
            <a:extLst>
              <a:ext uri="{FF2B5EF4-FFF2-40B4-BE49-F238E27FC236}">
                <a16:creationId xmlns:a16="http://schemas.microsoft.com/office/drawing/2014/main" id="{4B030A0D-0DAD-4A99-89BB-419527D6A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542032" y="1800088"/>
            <a:ext cx="4057650" cy="18288"/>
          </a:xfrm>
          <a:custGeom>
            <a:avLst/>
            <a:gdLst>
              <a:gd name="csX0" fmla="*/ 0 w 4057650"/>
              <a:gd name="csY0" fmla="*/ 0 h 18288"/>
              <a:gd name="csX1" fmla="*/ 757428 w 4057650"/>
              <a:gd name="csY1" fmla="*/ 0 h 18288"/>
              <a:gd name="csX2" fmla="*/ 1474279 w 4057650"/>
              <a:gd name="csY2" fmla="*/ 0 h 18288"/>
              <a:gd name="csX3" fmla="*/ 2191131 w 4057650"/>
              <a:gd name="csY3" fmla="*/ 0 h 18288"/>
              <a:gd name="csX4" fmla="*/ 2745676 w 4057650"/>
              <a:gd name="csY4" fmla="*/ 0 h 18288"/>
              <a:gd name="csX5" fmla="*/ 3340798 w 4057650"/>
              <a:gd name="csY5" fmla="*/ 0 h 18288"/>
              <a:gd name="csX6" fmla="*/ 4057650 w 4057650"/>
              <a:gd name="csY6" fmla="*/ 0 h 18288"/>
              <a:gd name="csX7" fmla="*/ 4057650 w 4057650"/>
              <a:gd name="csY7" fmla="*/ 18288 h 18288"/>
              <a:gd name="csX8" fmla="*/ 3381375 w 4057650"/>
              <a:gd name="csY8" fmla="*/ 18288 h 18288"/>
              <a:gd name="csX9" fmla="*/ 2826830 w 4057650"/>
              <a:gd name="csY9" fmla="*/ 18288 h 18288"/>
              <a:gd name="csX10" fmla="*/ 2272284 w 4057650"/>
              <a:gd name="csY10" fmla="*/ 18288 h 18288"/>
              <a:gd name="csX11" fmla="*/ 1555432 w 4057650"/>
              <a:gd name="csY11" fmla="*/ 18288 h 18288"/>
              <a:gd name="csX12" fmla="*/ 960310 w 4057650"/>
              <a:gd name="csY12" fmla="*/ 18288 h 18288"/>
              <a:gd name="csX13" fmla="*/ 0 w 4057650"/>
              <a:gd name="csY13" fmla="*/ 18288 h 18288"/>
              <a:gd name="csX14" fmla="*/ 0 w 4057650"/>
              <a:gd name="csY14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4057650" h="18288" fill="none" extrusionOk="0">
                <a:moveTo>
                  <a:pt x="0" y="0"/>
                </a:moveTo>
                <a:cubicBezTo>
                  <a:pt x="371182" y="3227"/>
                  <a:pt x="494372" y="9222"/>
                  <a:pt x="757428" y="0"/>
                </a:cubicBezTo>
                <a:cubicBezTo>
                  <a:pt x="1020484" y="-9222"/>
                  <a:pt x="1116719" y="-4357"/>
                  <a:pt x="1474279" y="0"/>
                </a:cubicBezTo>
                <a:cubicBezTo>
                  <a:pt x="1831839" y="4357"/>
                  <a:pt x="1920973" y="-11809"/>
                  <a:pt x="2191131" y="0"/>
                </a:cubicBezTo>
                <a:cubicBezTo>
                  <a:pt x="2461289" y="11809"/>
                  <a:pt x="2589480" y="-22604"/>
                  <a:pt x="2745676" y="0"/>
                </a:cubicBezTo>
                <a:cubicBezTo>
                  <a:pt x="2901872" y="22604"/>
                  <a:pt x="3136452" y="-12306"/>
                  <a:pt x="3340798" y="0"/>
                </a:cubicBezTo>
                <a:cubicBezTo>
                  <a:pt x="3545144" y="12306"/>
                  <a:pt x="3766934" y="-21556"/>
                  <a:pt x="4057650" y="0"/>
                </a:cubicBezTo>
                <a:cubicBezTo>
                  <a:pt x="4057150" y="8855"/>
                  <a:pt x="4057759" y="14521"/>
                  <a:pt x="4057650" y="18288"/>
                </a:cubicBezTo>
                <a:cubicBezTo>
                  <a:pt x="3743404" y="40125"/>
                  <a:pt x="3625516" y="-14923"/>
                  <a:pt x="3381375" y="18288"/>
                </a:cubicBezTo>
                <a:cubicBezTo>
                  <a:pt x="3137235" y="51499"/>
                  <a:pt x="2946571" y="1"/>
                  <a:pt x="2826830" y="18288"/>
                </a:cubicBezTo>
                <a:cubicBezTo>
                  <a:pt x="2707090" y="36575"/>
                  <a:pt x="2402756" y="1432"/>
                  <a:pt x="2272284" y="18288"/>
                </a:cubicBezTo>
                <a:cubicBezTo>
                  <a:pt x="2141812" y="35144"/>
                  <a:pt x="1895935" y="18199"/>
                  <a:pt x="1555432" y="18288"/>
                </a:cubicBezTo>
                <a:cubicBezTo>
                  <a:pt x="1214929" y="18377"/>
                  <a:pt x="1103072" y="14503"/>
                  <a:pt x="960310" y="18288"/>
                </a:cubicBezTo>
                <a:cubicBezTo>
                  <a:pt x="817548" y="22073"/>
                  <a:pt x="402272" y="-29359"/>
                  <a:pt x="0" y="18288"/>
                </a:cubicBezTo>
                <a:cubicBezTo>
                  <a:pt x="683" y="12014"/>
                  <a:pt x="724" y="5908"/>
                  <a:pt x="0" y="0"/>
                </a:cubicBezTo>
                <a:close/>
              </a:path>
              <a:path w="4057650" h="18288" stroke="0" extrusionOk="0">
                <a:moveTo>
                  <a:pt x="0" y="0"/>
                </a:moveTo>
                <a:cubicBezTo>
                  <a:pt x="248348" y="13145"/>
                  <a:pt x="486117" y="25042"/>
                  <a:pt x="635698" y="0"/>
                </a:cubicBezTo>
                <a:cubicBezTo>
                  <a:pt x="785279" y="-25042"/>
                  <a:pt x="917762" y="-5537"/>
                  <a:pt x="1190244" y="0"/>
                </a:cubicBezTo>
                <a:cubicBezTo>
                  <a:pt x="1462726" y="5537"/>
                  <a:pt x="1667120" y="-21232"/>
                  <a:pt x="1947672" y="0"/>
                </a:cubicBezTo>
                <a:cubicBezTo>
                  <a:pt x="2228224" y="21232"/>
                  <a:pt x="2280631" y="-21698"/>
                  <a:pt x="2583370" y="0"/>
                </a:cubicBezTo>
                <a:cubicBezTo>
                  <a:pt x="2886109" y="21698"/>
                  <a:pt x="3022941" y="19647"/>
                  <a:pt x="3219069" y="0"/>
                </a:cubicBezTo>
                <a:cubicBezTo>
                  <a:pt x="3415197" y="-19647"/>
                  <a:pt x="3747500" y="26991"/>
                  <a:pt x="4057650" y="0"/>
                </a:cubicBezTo>
                <a:cubicBezTo>
                  <a:pt x="4056752" y="7180"/>
                  <a:pt x="4057819" y="13790"/>
                  <a:pt x="4057650" y="18288"/>
                </a:cubicBezTo>
                <a:cubicBezTo>
                  <a:pt x="3865148" y="-3313"/>
                  <a:pt x="3702543" y="49468"/>
                  <a:pt x="3381375" y="18288"/>
                </a:cubicBezTo>
                <a:cubicBezTo>
                  <a:pt x="3060208" y="-12892"/>
                  <a:pt x="2956571" y="-8678"/>
                  <a:pt x="2826830" y="18288"/>
                </a:cubicBezTo>
                <a:cubicBezTo>
                  <a:pt x="2697089" y="45254"/>
                  <a:pt x="2411031" y="43154"/>
                  <a:pt x="2150555" y="18288"/>
                </a:cubicBezTo>
                <a:cubicBezTo>
                  <a:pt x="1890080" y="-6578"/>
                  <a:pt x="1741827" y="-615"/>
                  <a:pt x="1474280" y="18288"/>
                </a:cubicBezTo>
                <a:cubicBezTo>
                  <a:pt x="1206734" y="37191"/>
                  <a:pt x="998203" y="33335"/>
                  <a:pt x="838581" y="18288"/>
                </a:cubicBezTo>
                <a:cubicBezTo>
                  <a:pt x="678959" y="3241"/>
                  <a:pt x="187101" y="-13212"/>
                  <a:pt x="0" y="18288"/>
                </a:cubicBezTo>
                <a:cubicBezTo>
                  <a:pt x="571" y="10093"/>
                  <a:pt x="-125" y="840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0976ECD-5E2E-15BF-154D-FF310ED435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75857" y="1852707"/>
            <a:ext cx="1472064" cy="4503643"/>
          </a:xfrm>
          <a:prstGeom prst="rect">
            <a:avLst/>
          </a:prstGeom>
          <a:noFill/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12B0D24-4DEB-C1B9-1DE1-23C30EC2937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419319" y="1882410"/>
            <a:ext cx="3554171" cy="4564838"/>
          </a:xfrm>
          <a:prstGeom prst="rect">
            <a:avLst/>
          </a:prstGeom>
          <a:noFill/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0956536-10C7-511F-2759-7CCA9313317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077077" y="2151594"/>
            <a:ext cx="2961051" cy="3423498"/>
          </a:xfrm>
          <a:prstGeom prst="rect">
            <a:avLst/>
          </a:prstGeom>
          <a:noFill/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EE3DD1-772D-8726-72F8-0AF42F65C8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5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FAA12AB-5541-BE08-AD4E-45FC405D133E}"/>
              </a:ext>
            </a:extLst>
          </p:cNvPr>
          <p:cNvSpPr txBox="1"/>
          <p:nvPr/>
        </p:nvSpPr>
        <p:spPr>
          <a:xfrm>
            <a:off x="1397978" y="6393913"/>
            <a:ext cx="71194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i="1" dirty="0"/>
              <a:t>Layered Architecture: Frontend → Backend → Database → OpenAI API</a:t>
            </a:r>
            <a:endParaRPr lang="en-US" i="1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160" y="417576"/>
            <a:ext cx="818223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</a:pPr>
            <a:r>
              <a:rPr lang="en-US" sz="57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UML Class Diagram</a:t>
            </a:r>
          </a:p>
        </p:txBody>
      </p:sp>
      <p:sp>
        <p:nvSpPr>
          <p:cNvPr id="17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855776" y="1733454"/>
            <a:ext cx="3429000" cy="18288"/>
          </a:xfrm>
          <a:custGeom>
            <a:avLst/>
            <a:gdLst>
              <a:gd name="csX0" fmla="*/ 0 w 3429000"/>
              <a:gd name="csY0" fmla="*/ 0 h 18288"/>
              <a:gd name="csX1" fmla="*/ 685800 w 3429000"/>
              <a:gd name="csY1" fmla="*/ 0 h 18288"/>
              <a:gd name="csX2" fmla="*/ 1371600 w 3429000"/>
              <a:gd name="csY2" fmla="*/ 0 h 18288"/>
              <a:gd name="csX3" fmla="*/ 2057400 w 3429000"/>
              <a:gd name="csY3" fmla="*/ 0 h 18288"/>
              <a:gd name="csX4" fmla="*/ 2674620 w 3429000"/>
              <a:gd name="csY4" fmla="*/ 0 h 18288"/>
              <a:gd name="csX5" fmla="*/ 3429000 w 3429000"/>
              <a:gd name="csY5" fmla="*/ 0 h 18288"/>
              <a:gd name="csX6" fmla="*/ 3429000 w 3429000"/>
              <a:gd name="csY6" fmla="*/ 18288 h 18288"/>
              <a:gd name="csX7" fmla="*/ 2811780 w 3429000"/>
              <a:gd name="csY7" fmla="*/ 18288 h 18288"/>
              <a:gd name="csX8" fmla="*/ 2228850 w 3429000"/>
              <a:gd name="csY8" fmla="*/ 18288 h 18288"/>
              <a:gd name="csX9" fmla="*/ 1543050 w 3429000"/>
              <a:gd name="csY9" fmla="*/ 18288 h 18288"/>
              <a:gd name="csX10" fmla="*/ 925830 w 3429000"/>
              <a:gd name="csY10" fmla="*/ 18288 h 18288"/>
              <a:gd name="csX11" fmla="*/ 0 w 3429000"/>
              <a:gd name="csY11" fmla="*/ 18288 h 18288"/>
              <a:gd name="csX12" fmla="*/ 0 w 342900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429000" h="18288" fill="none" extrusionOk="0">
                <a:moveTo>
                  <a:pt x="0" y="0"/>
                </a:moveTo>
                <a:cubicBezTo>
                  <a:pt x="219865" y="20479"/>
                  <a:pt x="493281" y="26186"/>
                  <a:pt x="685800" y="0"/>
                </a:cubicBezTo>
                <a:cubicBezTo>
                  <a:pt x="878319" y="-26186"/>
                  <a:pt x="1121382" y="-11869"/>
                  <a:pt x="1371600" y="0"/>
                </a:cubicBezTo>
                <a:cubicBezTo>
                  <a:pt x="1621818" y="11869"/>
                  <a:pt x="1878793" y="32281"/>
                  <a:pt x="2057400" y="0"/>
                </a:cubicBezTo>
                <a:cubicBezTo>
                  <a:pt x="2236007" y="-32281"/>
                  <a:pt x="2433797" y="-18251"/>
                  <a:pt x="2674620" y="0"/>
                </a:cubicBezTo>
                <a:cubicBezTo>
                  <a:pt x="2915443" y="18251"/>
                  <a:pt x="3205923" y="-1443"/>
                  <a:pt x="3429000" y="0"/>
                </a:cubicBezTo>
                <a:cubicBezTo>
                  <a:pt x="3429442" y="4516"/>
                  <a:pt x="3428173" y="12266"/>
                  <a:pt x="3429000" y="18288"/>
                </a:cubicBezTo>
                <a:cubicBezTo>
                  <a:pt x="3221081" y="48608"/>
                  <a:pt x="3088001" y="8066"/>
                  <a:pt x="2811780" y="18288"/>
                </a:cubicBezTo>
                <a:cubicBezTo>
                  <a:pt x="2535559" y="28510"/>
                  <a:pt x="2481355" y="24898"/>
                  <a:pt x="2228850" y="18288"/>
                </a:cubicBezTo>
                <a:cubicBezTo>
                  <a:pt x="1976345" y="11679"/>
                  <a:pt x="1807520" y="48356"/>
                  <a:pt x="1543050" y="18288"/>
                </a:cubicBezTo>
                <a:cubicBezTo>
                  <a:pt x="1278580" y="-11780"/>
                  <a:pt x="1181944" y="5123"/>
                  <a:pt x="925830" y="18288"/>
                </a:cubicBezTo>
                <a:cubicBezTo>
                  <a:pt x="669716" y="31453"/>
                  <a:pt x="410304" y="34815"/>
                  <a:pt x="0" y="18288"/>
                </a:cubicBezTo>
                <a:cubicBezTo>
                  <a:pt x="-306" y="11477"/>
                  <a:pt x="485" y="4355"/>
                  <a:pt x="0" y="0"/>
                </a:cubicBezTo>
                <a:close/>
              </a:path>
              <a:path w="3429000" h="18288" stroke="0" extrusionOk="0">
                <a:moveTo>
                  <a:pt x="0" y="0"/>
                </a:moveTo>
                <a:cubicBezTo>
                  <a:pt x="174095" y="-12874"/>
                  <a:pt x="443087" y="-14090"/>
                  <a:pt x="617220" y="0"/>
                </a:cubicBezTo>
                <a:cubicBezTo>
                  <a:pt x="791353" y="14090"/>
                  <a:pt x="1072677" y="8451"/>
                  <a:pt x="1200150" y="0"/>
                </a:cubicBezTo>
                <a:cubicBezTo>
                  <a:pt x="1327623" y="-8451"/>
                  <a:pt x="1526638" y="19866"/>
                  <a:pt x="1817370" y="0"/>
                </a:cubicBezTo>
                <a:cubicBezTo>
                  <a:pt x="2108102" y="-19866"/>
                  <a:pt x="2221289" y="26161"/>
                  <a:pt x="2503170" y="0"/>
                </a:cubicBezTo>
                <a:cubicBezTo>
                  <a:pt x="2785051" y="-26161"/>
                  <a:pt x="3022134" y="39178"/>
                  <a:pt x="3429000" y="0"/>
                </a:cubicBezTo>
                <a:cubicBezTo>
                  <a:pt x="3429577" y="4624"/>
                  <a:pt x="3429819" y="11191"/>
                  <a:pt x="3429000" y="18288"/>
                </a:cubicBezTo>
                <a:cubicBezTo>
                  <a:pt x="3103464" y="593"/>
                  <a:pt x="2887909" y="22940"/>
                  <a:pt x="2743200" y="18288"/>
                </a:cubicBezTo>
                <a:cubicBezTo>
                  <a:pt x="2598491" y="13636"/>
                  <a:pt x="2362615" y="10656"/>
                  <a:pt x="1988820" y="18288"/>
                </a:cubicBezTo>
                <a:cubicBezTo>
                  <a:pt x="1615025" y="25920"/>
                  <a:pt x="1580494" y="3693"/>
                  <a:pt x="1405890" y="18288"/>
                </a:cubicBezTo>
                <a:cubicBezTo>
                  <a:pt x="1231286" y="32884"/>
                  <a:pt x="885259" y="-16285"/>
                  <a:pt x="651510" y="18288"/>
                </a:cubicBezTo>
                <a:cubicBezTo>
                  <a:pt x="417761" y="52861"/>
                  <a:pt x="138362" y="-13856"/>
                  <a:pt x="0" y="18288"/>
                </a:cubicBezTo>
                <a:cubicBezTo>
                  <a:pt x="-171" y="12755"/>
                  <a:pt x="-690" y="793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8C4A819-0A5A-7ECB-E6EF-CE0C57CE27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40030" y="2638073"/>
            <a:ext cx="8661654" cy="3577150"/>
          </a:xfrm>
          <a:prstGeom prst="rect">
            <a:avLst/>
          </a:prstGeom>
          <a:noFill/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2048E0-3040-C466-E331-B2B46421C9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6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C653375-097E-BC0F-F711-358B4A89EE33}"/>
              </a:ext>
            </a:extLst>
          </p:cNvPr>
          <p:cNvSpPr txBox="1"/>
          <p:nvPr/>
        </p:nvSpPr>
        <p:spPr>
          <a:xfrm>
            <a:off x="1389183" y="1938942"/>
            <a:ext cx="59084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Represents Controllers, Services, Models, and Repositories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C4879EFC-8E62-4E00-973C-C45EE9EC67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160" y="457200"/>
            <a:ext cx="8963778" cy="1368614"/>
          </a:xfrm>
        </p:spPr>
        <p:txBody>
          <a:bodyPr vert="horz" lIns="91440" tIns="45720" rIns="91440" bIns="45720" rtlCol="0" anchor="ctr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en-US" sz="5400" dirty="0"/>
              <a:t>Sequence: Chatbot Response Flow</a:t>
            </a:r>
          </a:p>
        </p:txBody>
      </p:sp>
      <p:sp>
        <p:nvSpPr>
          <p:cNvPr id="18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337560" y="1850683"/>
            <a:ext cx="2468880" cy="18288"/>
          </a:xfrm>
          <a:custGeom>
            <a:avLst/>
            <a:gdLst>
              <a:gd name="csX0" fmla="*/ 0 w 2468880"/>
              <a:gd name="csY0" fmla="*/ 0 h 18288"/>
              <a:gd name="csX1" fmla="*/ 592531 w 2468880"/>
              <a:gd name="csY1" fmla="*/ 0 h 18288"/>
              <a:gd name="csX2" fmla="*/ 1160374 w 2468880"/>
              <a:gd name="csY2" fmla="*/ 0 h 18288"/>
              <a:gd name="csX3" fmla="*/ 1728216 w 2468880"/>
              <a:gd name="csY3" fmla="*/ 0 h 18288"/>
              <a:gd name="csX4" fmla="*/ 2468880 w 2468880"/>
              <a:gd name="csY4" fmla="*/ 0 h 18288"/>
              <a:gd name="csX5" fmla="*/ 2468880 w 2468880"/>
              <a:gd name="csY5" fmla="*/ 18288 h 18288"/>
              <a:gd name="csX6" fmla="*/ 1802282 w 2468880"/>
              <a:gd name="csY6" fmla="*/ 18288 h 18288"/>
              <a:gd name="csX7" fmla="*/ 1209751 w 2468880"/>
              <a:gd name="csY7" fmla="*/ 18288 h 18288"/>
              <a:gd name="csX8" fmla="*/ 641909 w 2468880"/>
              <a:gd name="csY8" fmla="*/ 18288 h 18288"/>
              <a:gd name="csX9" fmla="*/ 0 w 2468880"/>
              <a:gd name="csY9" fmla="*/ 18288 h 18288"/>
              <a:gd name="csX10" fmla="*/ 0 w 2468880"/>
              <a:gd name="csY10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2468880" h="18288" fill="none" extrusionOk="0">
                <a:moveTo>
                  <a:pt x="0" y="0"/>
                </a:moveTo>
                <a:cubicBezTo>
                  <a:pt x="171523" y="-1510"/>
                  <a:pt x="416079" y="20036"/>
                  <a:pt x="592531" y="0"/>
                </a:cubicBezTo>
                <a:cubicBezTo>
                  <a:pt x="768983" y="-20036"/>
                  <a:pt x="878305" y="13110"/>
                  <a:pt x="1160374" y="0"/>
                </a:cubicBezTo>
                <a:cubicBezTo>
                  <a:pt x="1442443" y="-13110"/>
                  <a:pt x="1612108" y="24695"/>
                  <a:pt x="1728216" y="0"/>
                </a:cubicBezTo>
                <a:cubicBezTo>
                  <a:pt x="1844324" y="-24695"/>
                  <a:pt x="2271040" y="20667"/>
                  <a:pt x="2468880" y="0"/>
                </a:cubicBezTo>
                <a:cubicBezTo>
                  <a:pt x="2468302" y="4771"/>
                  <a:pt x="2469633" y="12323"/>
                  <a:pt x="2468880" y="18288"/>
                </a:cubicBezTo>
                <a:cubicBezTo>
                  <a:pt x="2229297" y="-14659"/>
                  <a:pt x="2066775" y="30253"/>
                  <a:pt x="1802282" y="18288"/>
                </a:cubicBezTo>
                <a:cubicBezTo>
                  <a:pt x="1537789" y="6323"/>
                  <a:pt x="1379930" y="22266"/>
                  <a:pt x="1209751" y="18288"/>
                </a:cubicBezTo>
                <a:cubicBezTo>
                  <a:pt x="1039572" y="14310"/>
                  <a:pt x="837025" y="12850"/>
                  <a:pt x="641909" y="18288"/>
                </a:cubicBezTo>
                <a:cubicBezTo>
                  <a:pt x="446793" y="23726"/>
                  <a:pt x="170561" y="18472"/>
                  <a:pt x="0" y="18288"/>
                </a:cubicBezTo>
                <a:cubicBezTo>
                  <a:pt x="841" y="12879"/>
                  <a:pt x="-726" y="3977"/>
                  <a:pt x="0" y="0"/>
                </a:cubicBezTo>
                <a:close/>
              </a:path>
              <a:path w="2468880" h="18288" stroke="0" extrusionOk="0">
                <a:moveTo>
                  <a:pt x="0" y="0"/>
                </a:moveTo>
                <a:cubicBezTo>
                  <a:pt x="190931" y="24910"/>
                  <a:pt x="333688" y="11559"/>
                  <a:pt x="567842" y="0"/>
                </a:cubicBezTo>
                <a:cubicBezTo>
                  <a:pt x="801996" y="-11559"/>
                  <a:pt x="939971" y="-5677"/>
                  <a:pt x="1234440" y="0"/>
                </a:cubicBezTo>
                <a:cubicBezTo>
                  <a:pt x="1528909" y="5677"/>
                  <a:pt x="1658539" y="5184"/>
                  <a:pt x="1777594" y="0"/>
                </a:cubicBezTo>
                <a:cubicBezTo>
                  <a:pt x="1896649" y="-5184"/>
                  <a:pt x="2186164" y="23915"/>
                  <a:pt x="2468880" y="0"/>
                </a:cubicBezTo>
                <a:cubicBezTo>
                  <a:pt x="2468266" y="8857"/>
                  <a:pt x="2469384" y="13619"/>
                  <a:pt x="2468880" y="18288"/>
                </a:cubicBezTo>
                <a:cubicBezTo>
                  <a:pt x="2271330" y="36599"/>
                  <a:pt x="2001027" y="31554"/>
                  <a:pt x="1876349" y="18288"/>
                </a:cubicBezTo>
                <a:cubicBezTo>
                  <a:pt x="1751671" y="5022"/>
                  <a:pt x="1364652" y="15063"/>
                  <a:pt x="1209751" y="18288"/>
                </a:cubicBezTo>
                <a:cubicBezTo>
                  <a:pt x="1054850" y="21513"/>
                  <a:pt x="748438" y="20074"/>
                  <a:pt x="617220" y="18288"/>
                </a:cubicBezTo>
                <a:cubicBezTo>
                  <a:pt x="486002" y="16502"/>
                  <a:pt x="237432" y="27200"/>
                  <a:pt x="0" y="18288"/>
                </a:cubicBezTo>
                <a:cubicBezTo>
                  <a:pt x="-487" y="10816"/>
                  <a:pt x="-839" y="6058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ECDB02B-1B68-F378-30EE-4F861DB8F3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281428" y="2227348"/>
            <a:ext cx="6795912" cy="4480560"/>
          </a:xfrm>
          <a:prstGeom prst="rect">
            <a:avLst/>
          </a:prstGeom>
          <a:noFill/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EAB0BB-B5EE-E623-A299-DF60488F8E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7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E53BDBB-B603-B895-C590-A48F51133579}"/>
              </a:ext>
            </a:extLst>
          </p:cNvPr>
          <p:cNvSpPr txBox="1"/>
          <p:nvPr/>
        </p:nvSpPr>
        <p:spPr>
          <a:xfrm>
            <a:off x="5982397" y="1494183"/>
            <a:ext cx="3161603" cy="1077218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sz="1600" dirty="0"/>
              <a:t>User sends message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sz="1600" dirty="0"/>
              <a:t>Backend retrieves knowledge chunks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sz="1600" dirty="0"/>
              <a:t>OpenAI generates response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8B3E8C0-15FA-D3E0-D250-3D43E58FF0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C4879EFC-8E62-4E00-973C-C45EE9EC67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5D6313C-593B-9FFE-EE0E-4FD8F1FF27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160" y="457200"/>
            <a:ext cx="8182230" cy="1368614"/>
          </a:xfrm>
        </p:spPr>
        <p:txBody>
          <a:bodyPr vert="horz" lIns="91440" tIns="45720" rIns="91440" bIns="45720" rtlCol="0" anchor="ctr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en-US" sz="5400" dirty="0"/>
              <a:t>Sequence: Chatbot Creation Flow</a:t>
            </a:r>
          </a:p>
        </p:txBody>
      </p:sp>
      <p:sp>
        <p:nvSpPr>
          <p:cNvPr id="18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337560" y="1850683"/>
            <a:ext cx="2468880" cy="18288"/>
          </a:xfrm>
          <a:custGeom>
            <a:avLst/>
            <a:gdLst>
              <a:gd name="csX0" fmla="*/ 0 w 2468880"/>
              <a:gd name="csY0" fmla="*/ 0 h 18288"/>
              <a:gd name="csX1" fmla="*/ 592531 w 2468880"/>
              <a:gd name="csY1" fmla="*/ 0 h 18288"/>
              <a:gd name="csX2" fmla="*/ 1160374 w 2468880"/>
              <a:gd name="csY2" fmla="*/ 0 h 18288"/>
              <a:gd name="csX3" fmla="*/ 1728216 w 2468880"/>
              <a:gd name="csY3" fmla="*/ 0 h 18288"/>
              <a:gd name="csX4" fmla="*/ 2468880 w 2468880"/>
              <a:gd name="csY4" fmla="*/ 0 h 18288"/>
              <a:gd name="csX5" fmla="*/ 2468880 w 2468880"/>
              <a:gd name="csY5" fmla="*/ 18288 h 18288"/>
              <a:gd name="csX6" fmla="*/ 1802282 w 2468880"/>
              <a:gd name="csY6" fmla="*/ 18288 h 18288"/>
              <a:gd name="csX7" fmla="*/ 1209751 w 2468880"/>
              <a:gd name="csY7" fmla="*/ 18288 h 18288"/>
              <a:gd name="csX8" fmla="*/ 641909 w 2468880"/>
              <a:gd name="csY8" fmla="*/ 18288 h 18288"/>
              <a:gd name="csX9" fmla="*/ 0 w 2468880"/>
              <a:gd name="csY9" fmla="*/ 18288 h 18288"/>
              <a:gd name="csX10" fmla="*/ 0 w 2468880"/>
              <a:gd name="csY10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2468880" h="18288" fill="none" extrusionOk="0">
                <a:moveTo>
                  <a:pt x="0" y="0"/>
                </a:moveTo>
                <a:cubicBezTo>
                  <a:pt x="171523" y="-1510"/>
                  <a:pt x="416079" y="20036"/>
                  <a:pt x="592531" y="0"/>
                </a:cubicBezTo>
                <a:cubicBezTo>
                  <a:pt x="768983" y="-20036"/>
                  <a:pt x="878305" y="13110"/>
                  <a:pt x="1160374" y="0"/>
                </a:cubicBezTo>
                <a:cubicBezTo>
                  <a:pt x="1442443" y="-13110"/>
                  <a:pt x="1612108" y="24695"/>
                  <a:pt x="1728216" y="0"/>
                </a:cubicBezTo>
                <a:cubicBezTo>
                  <a:pt x="1844324" y="-24695"/>
                  <a:pt x="2271040" y="20667"/>
                  <a:pt x="2468880" y="0"/>
                </a:cubicBezTo>
                <a:cubicBezTo>
                  <a:pt x="2468302" y="4771"/>
                  <a:pt x="2469633" y="12323"/>
                  <a:pt x="2468880" y="18288"/>
                </a:cubicBezTo>
                <a:cubicBezTo>
                  <a:pt x="2229297" y="-14659"/>
                  <a:pt x="2066775" y="30253"/>
                  <a:pt x="1802282" y="18288"/>
                </a:cubicBezTo>
                <a:cubicBezTo>
                  <a:pt x="1537789" y="6323"/>
                  <a:pt x="1379930" y="22266"/>
                  <a:pt x="1209751" y="18288"/>
                </a:cubicBezTo>
                <a:cubicBezTo>
                  <a:pt x="1039572" y="14310"/>
                  <a:pt x="837025" y="12850"/>
                  <a:pt x="641909" y="18288"/>
                </a:cubicBezTo>
                <a:cubicBezTo>
                  <a:pt x="446793" y="23726"/>
                  <a:pt x="170561" y="18472"/>
                  <a:pt x="0" y="18288"/>
                </a:cubicBezTo>
                <a:cubicBezTo>
                  <a:pt x="841" y="12879"/>
                  <a:pt x="-726" y="3977"/>
                  <a:pt x="0" y="0"/>
                </a:cubicBezTo>
                <a:close/>
              </a:path>
              <a:path w="2468880" h="18288" stroke="0" extrusionOk="0">
                <a:moveTo>
                  <a:pt x="0" y="0"/>
                </a:moveTo>
                <a:cubicBezTo>
                  <a:pt x="190931" y="24910"/>
                  <a:pt x="333688" y="11559"/>
                  <a:pt x="567842" y="0"/>
                </a:cubicBezTo>
                <a:cubicBezTo>
                  <a:pt x="801996" y="-11559"/>
                  <a:pt x="939971" y="-5677"/>
                  <a:pt x="1234440" y="0"/>
                </a:cubicBezTo>
                <a:cubicBezTo>
                  <a:pt x="1528909" y="5677"/>
                  <a:pt x="1658539" y="5184"/>
                  <a:pt x="1777594" y="0"/>
                </a:cubicBezTo>
                <a:cubicBezTo>
                  <a:pt x="1896649" y="-5184"/>
                  <a:pt x="2186164" y="23915"/>
                  <a:pt x="2468880" y="0"/>
                </a:cubicBezTo>
                <a:cubicBezTo>
                  <a:pt x="2468266" y="8857"/>
                  <a:pt x="2469384" y="13619"/>
                  <a:pt x="2468880" y="18288"/>
                </a:cubicBezTo>
                <a:cubicBezTo>
                  <a:pt x="2271330" y="36599"/>
                  <a:pt x="2001027" y="31554"/>
                  <a:pt x="1876349" y="18288"/>
                </a:cubicBezTo>
                <a:cubicBezTo>
                  <a:pt x="1751671" y="5022"/>
                  <a:pt x="1364652" y="15063"/>
                  <a:pt x="1209751" y="18288"/>
                </a:cubicBezTo>
                <a:cubicBezTo>
                  <a:pt x="1054850" y="21513"/>
                  <a:pt x="748438" y="20074"/>
                  <a:pt x="617220" y="18288"/>
                </a:cubicBezTo>
                <a:cubicBezTo>
                  <a:pt x="486002" y="16502"/>
                  <a:pt x="237432" y="27200"/>
                  <a:pt x="0" y="18288"/>
                </a:cubicBezTo>
                <a:cubicBezTo>
                  <a:pt x="-487" y="10816"/>
                  <a:pt x="-839" y="6058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1F64D85-C071-242D-2992-66908F552C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85801" y="2020549"/>
            <a:ext cx="7526866" cy="4696710"/>
          </a:xfrm>
          <a:prstGeom prst="rect">
            <a:avLst/>
          </a:prstGeom>
          <a:noFill/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722DA5-3EB3-AC29-A025-EB8A8E159B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8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9090788-94E5-B77B-B60E-1500E58B78C1}"/>
              </a:ext>
            </a:extLst>
          </p:cNvPr>
          <p:cNvSpPr txBox="1"/>
          <p:nvPr/>
        </p:nvSpPr>
        <p:spPr>
          <a:xfrm>
            <a:off x="6135824" y="1418143"/>
            <a:ext cx="2968351" cy="923330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>
            <a:spAutoFit/>
          </a:bodyPr>
          <a:lstStyle>
            <a:defPPr>
              <a:defRPr lang="en-US"/>
            </a:defPPr>
            <a:lvl1pPr marL="285750" indent="-285750">
              <a:buFont typeface="Wingdings" panose="05000000000000000000" pitchFamily="2" charset="2"/>
              <a:buChar char="ü"/>
              <a:defRPr sz="1600">
                <a:solidFill>
                  <a:schemeClr val="dk1"/>
                </a:solidFill>
              </a:defRPr>
            </a:lvl1pPr>
            <a:lvl2pPr>
              <a:defRPr>
                <a:solidFill>
                  <a:schemeClr val="dk1"/>
                </a:solidFill>
              </a:defRPr>
            </a:lvl2pPr>
            <a:lvl3pPr>
              <a:defRPr>
                <a:solidFill>
                  <a:schemeClr val="dk1"/>
                </a:solidFill>
              </a:defRPr>
            </a:lvl3pPr>
            <a:lvl4pPr>
              <a:defRPr>
                <a:solidFill>
                  <a:schemeClr val="dk1"/>
                </a:solidFill>
              </a:defRPr>
            </a:lvl4pPr>
            <a:lvl5pPr>
              <a:defRPr>
                <a:solidFill>
                  <a:schemeClr val="dk1"/>
                </a:solidFill>
              </a:defRPr>
            </a:lvl5pPr>
            <a:lvl6pPr>
              <a:defRPr>
                <a:solidFill>
                  <a:schemeClr val="dk1"/>
                </a:solidFill>
              </a:defRPr>
            </a:lvl6pPr>
            <a:lvl7pPr>
              <a:defRPr>
                <a:solidFill>
                  <a:schemeClr val="dk1"/>
                </a:solidFill>
              </a:defRPr>
            </a:lvl7pPr>
            <a:lvl8pPr>
              <a:defRPr>
                <a:solidFill>
                  <a:schemeClr val="dk1"/>
                </a:solidFill>
              </a:defRPr>
            </a:lvl8pPr>
            <a:lvl9pPr>
              <a:defRPr>
                <a:solidFill>
                  <a:schemeClr val="dk1"/>
                </a:solidFill>
              </a:defRPr>
            </a:lvl9pPr>
          </a:lstStyle>
          <a:p>
            <a:r>
              <a:rPr lang="en-US" dirty="0"/>
              <a:t>User creates bot</a:t>
            </a:r>
          </a:p>
          <a:p>
            <a:r>
              <a:rPr lang="en-US" dirty="0"/>
              <a:t>Knowledge is processed</a:t>
            </a:r>
          </a:p>
          <a:p>
            <a:r>
              <a:rPr lang="en-US" dirty="0"/>
              <a:t>Data stored in database</a:t>
            </a:r>
          </a:p>
        </p:txBody>
      </p:sp>
    </p:spTree>
    <p:extLst>
      <p:ext uri="{BB962C8B-B14F-4D97-AF65-F5344CB8AC3E}">
        <p14:creationId xmlns:p14="http://schemas.microsoft.com/office/powerpoint/2010/main" val="28195109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4EAC5D6-BA68-4C02-C0F4-D929245874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C4879EFC-8E62-4E00-973C-C45EE9EC67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64B5E5B-173D-2AAC-AE65-B3C9F0A1DE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160" y="457200"/>
            <a:ext cx="8182230" cy="1368614"/>
          </a:xfrm>
        </p:spPr>
        <p:txBody>
          <a:bodyPr vert="horz" lIns="91440" tIns="45720" rIns="91440" bIns="45720" rtlCol="0" anchor="ctr">
            <a:normAutofit fontScale="90000"/>
          </a:bodyPr>
          <a:lstStyle/>
          <a:p>
            <a:pPr defTabSz="914400">
              <a:lnSpc>
                <a:spcPct val="90000"/>
              </a:lnSpc>
            </a:pPr>
            <a:r>
              <a:rPr lang="en-US" sz="6000" dirty="0"/>
              <a:t>Sequence: Public Chat Flow</a:t>
            </a:r>
            <a:endParaRPr lang="en-US" sz="5700" dirty="0"/>
          </a:p>
        </p:txBody>
      </p:sp>
      <p:sp>
        <p:nvSpPr>
          <p:cNvPr id="18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337560" y="1850683"/>
            <a:ext cx="2468880" cy="18288"/>
          </a:xfrm>
          <a:custGeom>
            <a:avLst/>
            <a:gdLst>
              <a:gd name="csX0" fmla="*/ 0 w 2468880"/>
              <a:gd name="csY0" fmla="*/ 0 h 18288"/>
              <a:gd name="csX1" fmla="*/ 592531 w 2468880"/>
              <a:gd name="csY1" fmla="*/ 0 h 18288"/>
              <a:gd name="csX2" fmla="*/ 1160374 w 2468880"/>
              <a:gd name="csY2" fmla="*/ 0 h 18288"/>
              <a:gd name="csX3" fmla="*/ 1728216 w 2468880"/>
              <a:gd name="csY3" fmla="*/ 0 h 18288"/>
              <a:gd name="csX4" fmla="*/ 2468880 w 2468880"/>
              <a:gd name="csY4" fmla="*/ 0 h 18288"/>
              <a:gd name="csX5" fmla="*/ 2468880 w 2468880"/>
              <a:gd name="csY5" fmla="*/ 18288 h 18288"/>
              <a:gd name="csX6" fmla="*/ 1802282 w 2468880"/>
              <a:gd name="csY6" fmla="*/ 18288 h 18288"/>
              <a:gd name="csX7" fmla="*/ 1209751 w 2468880"/>
              <a:gd name="csY7" fmla="*/ 18288 h 18288"/>
              <a:gd name="csX8" fmla="*/ 641909 w 2468880"/>
              <a:gd name="csY8" fmla="*/ 18288 h 18288"/>
              <a:gd name="csX9" fmla="*/ 0 w 2468880"/>
              <a:gd name="csY9" fmla="*/ 18288 h 18288"/>
              <a:gd name="csX10" fmla="*/ 0 w 2468880"/>
              <a:gd name="csY10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2468880" h="18288" fill="none" extrusionOk="0">
                <a:moveTo>
                  <a:pt x="0" y="0"/>
                </a:moveTo>
                <a:cubicBezTo>
                  <a:pt x="171523" y="-1510"/>
                  <a:pt x="416079" y="20036"/>
                  <a:pt x="592531" y="0"/>
                </a:cubicBezTo>
                <a:cubicBezTo>
                  <a:pt x="768983" y="-20036"/>
                  <a:pt x="878305" y="13110"/>
                  <a:pt x="1160374" y="0"/>
                </a:cubicBezTo>
                <a:cubicBezTo>
                  <a:pt x="1442443" y="-13110"/>
                  <a:pt x="1612108" y="24695"/>
                  <a:pt x="1728216" y="0"/>
                </a:cubicBezTo>
                <a:cubicBezTo>
                  <a:pt x="1844324" y="-24695"/>
                  <a:pt x="2271040" y="20667"/>
                  <a:pt x="2468880" y="0"/>
                </a:cubicBezTo>
                <a:cubicBezTo>
                  <a:pt x="2468302" y="4771"/>
                  <a:pt x="2469633" y="12323"/>
                  <a:pt x="2468880" y="18288"/>
                </a:cubicBezTo>
                <a:cubicBezTo>
                  <a:pt x="2229297" y="-14659"/>
                  <a:pt x="2066775" y="30253"/>
                  <a:pt x="1802282" y="18288"/>
                </a:cubicBezTo>
                <a:cubicBezTo>
                  <a:pt x="1537789" y="6323"/>
                  <a:pt x="1379930" y="22266"/>
                  <a:pt x="1209751" y="18288"/>
                </a:cubicBezTo>
                <a:cubicBezTo>
                  <a:pt x="1039572" y="14310"/>
                  <a:pt x="837025" y="12850"/>
                  <a:pt x="641909" y="18288"/>
                </a:cubicBezTo>
                <a:cubicBezTo>
                  <a:pt x="446793" y="23726"/>
                  <a:pt x="170561" y="18472"/>
                  <a:pt x="0" y="18288"/>
                </a:cubicBezTo>
                <a:cubicBezTo>
                  <a:pt x="841" y="12879"/>
                  <a:pt x="-726" y="3977"/>
                  <a:pt x="0" y="0"/>
                </a:cubicBezTo>
                <a:close/>
              </a:path>
              <a:path w="2468880" h="18288" stroke="0" extrusionOk="0">
                <a:moveTo>
                  <a:pt x="0" y="0"/>
                </a:moveTo>
                <a:cubicBezTo>
                  <a:pt x="190931" y="24910"/>
                  <a:pt x="333688" y="11559"/>
                  <a:pt x="567842" y="0"/>
                </a:cubicBezTo>
                <a:cubicBezTo>
                  <a:pt x="801996" y="-11559"/>
                  <a:pt x="939971" y="-5677"/>
                  <a:pt x="1234440" y="0"/>
                </a:cubicBezTo>
                <a:cubicBezTo>
                  <a:pt x="1528909" y="5677"/>
                  <a:pt x="1658539" y="5184"/>
                  <a:pt x="1777594" y="0"/>
                </a:cubicBezTo>
                <a:cubicBezTo>
                  <a:pt x="1896649" y="-5184"/>
                  <a:pt x="2186164" y="23915"/>
                  <a:pt x="2468880" y="0"/>
                </a:cubicBezTo>
                <a:cubicBezTo>
                  <a:pt x="2468266" y="8857"/>
                  <a:pt x="2469384" y="13619"/>
                  <a:pt x="2468880" y="18288"/>
                </a:cubicBezTo>
                <a:cubicBezTo>
                  <a:pt x="2271330" y="36599"/>
                  <a:pt x="2001027" y="31554"/>
                  <a:pt x="1876349" y="18288"/>
                </a:cubicBezTo>
                <a:cubicBezTo>
                  <a:pt x="1751671" y="5022"/>
                  <a:pt x="1364652" y="15063"/>
                  <a:pt x="1209751" y="18288"/>
                </a:cubicBezTo>
                <a:cubicBezTo>
                  <a:pt x="1054850" y="21513"/>
                  <a:pt x="748438" y="20074"/>
                  <a:pt x="617220" y="18288"/>
                </a:cubicBezTo>
                <a:cubicBezTo>
                  <a:pt x="486002" y="16502"/>
                  <a:pt x="237432" y="27200"/>
                  <a:pt x="0" y="18288"/>
                </a:cubicBezTo>
                <a:cubicBezTo>
                  <a:pt x="-487" y="10816"/>
                  <a:pt x="-839" y="6058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8DE61E6-6F27-17EC-C6BE-9C1F5EF1F4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62771" y="2000844"/>
            <a:ext cx="8018457" cy="4573727"/>
          </a:xfrm>
          <a:prstGeom prst="rect">
            <a:avLst/>
          </a:prstGeom>
          <a:noFill/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B2AEE2-42FE-445C-528C-4B551C7AD3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BBE0783-6061-EDBE-CD7F-C6C373C8E860}"/>
              </a:ext>
            </a:extLst>
          </p:cNvPr>
          <p:cNvSpPr txBox="1"/>
          <p:nvPr/>
        </p:nvSpPr>
        <p:spPr>
          <a:xfrm>
            <a:off x="6066549" y="1463190"/>
            <a:ext cx="2875084" cy="861774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>
            <a:spAutoFit/>
          </a:bodyPr>
          <a:lstStyle>
            <a:defPPr>
              <a:defRPr lang="en-US"/>
            </a:defPPr>
            <a:lvl1pPr marL="285750" indent="-285750">
              <a:buFont typeface="Wingdings" panose="05000000000000000000" pitchFamily="2" charset="2"/>
              <a:buChar char="ü"/>
              <a:defRPr sz="1600">
                <a:solidFill>
                  <a:schemeClr val="dk1"/>
                </a:solidFill>
              </a:defRPr>
            </a:lvl1pPr>
            <a:lvl2pPr>
              <a:defRPr>
                <a:solidFill>
                  <a:schemeClr val="dk1"/>
                </a:solidFill>
              </a:defRPr>
            </a:lvl2pPr>
            <a:lvl3pPr>
              <a:defRPr>
                <a:solidFill>
                  <a:schemeClr val="dk1"/>
                </a:solidFill>
              </a:defRPr>
            </a:lvl3pPr>
            <a:lvl4pPr>
              <a:defRPr>
                <a:solidFill>
                  <a:schemeClr val="dk1"/>
                </a:solidFill>
              </a:defRPr>
            </a:lvl4pPr>
            <a:lvl5pPr>
              <a:defRPr>
                <a:solidFill>
                  <a:schemeClr val="dk1"/>
                </a:solidFill>
              </a:defRPr>
            </a:lvl5pPr>
            <a:lvl6pPr>
              <a:defRPr>
                <a:solidFill>
                  <a:schemeClr val="dk1"/>
                </a:solidFill>
              </a:defRPr>
            </a:lvl6pPr>
            <a:lvl7pPr>
              <a:defRPr>
                <a:solidFill>
                  <a:schemeClr val="dk1"/>
                </a:solidFill>
              </a:defRPr>
            </a:lvl7pPr>
            <a:lvl8pPr>
              <a:defRPr>
                <a:solidFill>
                  <a:schemeClr val="dk1"/>
                </a:solidFill>
              </a:defRPr>
            </a:lvl8pPr>
            <a:lvl9pPr>
              <a:defRPr>
                <a:solidFill>
                  <a:schemeClr val="dk1"/>
                </a:solidFill>
              </a:defRPr>
            </a:lvl9pPr>
          </a:lstStyle>
          <a:p>
            <a:r>
              <a:rPr lang="en-US" dirty="0"/>
              <a:t>Visitor accesses public link</a:t>
            </a:r>
          </a:p>
          <a:p>
            <a:r>
              <a:rPr lang="en-US" dirty="0"/>
              <a:t>Conversation tracked</a:t>
            </a:r>
          </a:p>
          <a:p>
            <a:r>
              <a:rPr lang="en-US" dirty="0"/>
              <a:t>Response generated</a:t>
            </a:r>
          </a:p>
        </p:txBody>
      </p:sp>
    </p:spTree>
    <p:extLst>
      <p:ext uri="{BB962C8B-B14F-4D97-AF65-F5344CB8AC3E}">
        <p14:creationId xmlns:p14="http://schemas.microsoft.com/office/powerpoint/2010/main" val="30014756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9834EB-59C0-0A7D-9DEA-35B93BEA1A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C4879EFC-8E62-4E00-973C-C45EE9EC67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C07E72A-62CB-2986-BB5B-89D818D07D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160" y="457200"/>
            <a:ext cx="8182230" cy="136861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</a:pPr>
            <a:r>
              <a:rPr lang="en-US" sz="6000" dirty="0"/>
              <a:t>Sequence: Publish Flow</a:t>
            </a:r>
            <a:endParaRPr lang="en-US" sz="5700" dirty="0"/>
          </a:p>
        </p:txBody>
      </p:sp>
      <p:sp>
        <p:nvSpPr>
          <p:cNvPr id="18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337560" y="1850683"/>
            <a:ext cx="2468880" cy="18288"/>
          </a:xfrm>
          <a:custGeom>
            <a:avLst/>
            <a:gdLst>
              <a:gd name="csX0" fmla="*/ 0 w 2468880"/>
              <a:gd name="csY0" fmla="*/ 0 h 18288"/>
              <a:gd name="csX1" fmla="*/ 592531 w 2468880"/>
              <a:gd name="csY1" fmla="*/ 0 h 18288"/>
              <a:gd name="csX2" fmla="*/ 1160374 w 2468880"/>
              <a:gd name="csY2" fmla="*/ 0 h 18288"/>
              <a:gd name="csX3" fmla="*/ 1728216 w 2468880"/>
              <a:gd name="csY3" fmla="*/ 0 h 18288"/>
              <a:gd name="csX4" fmla="*/ 2468880 w 2468880"/>
              <a:gd name="csY4" fmla="*/ 0 h 18288"/>
              <a:gd name="csX5" fmla="*/ 2468880 w 2468880"/>
              <a:gd name="csY5" fmla="*/ 18288 h 18288"/>
              <a:gd name="csX6" fmla="*/ 1802282 w 2468880"/>
              <a:gd name="csY6" fmla="*/ 18288 h 18288"/>
              <a:gd name="csX7" fmla="*/ 1209751 w 2468880"/>
              <a:gd name="csY7" fmla="*/ 18288 h 18288"/>
              <a:gd name="csX8" fmla="*/ 641909 w 2468880"/>
              <a:gd name="csY8" fmla="*/ 18288 h 18288"/>
              <a:gd name="csX9" fmla="*/ 0 w 2468880"/>
              <a:gd name="csY9" fmla="*/ 18288 h 18288"/>
              <a:gd name="csX10" fmla="*/ 0 w 2468880"/>
              <a:gd name="csY10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2468880" h="18288" fill="none" extrusionOk="0">
                <a:moveTo>
                  <a:pt x="0" y="0"/>
                </a:moveTo>
                <a:cubicBezTo>
                  <a:pt x="171523" y="-1510"/>
                  <a:pt x="416079" y="20036"/>
                  <a:pt x="592531" y="0"/>
                </a:cubicBezTo>
                <a:cubicBezTo>
                  <a:pt x="768983" y="-20036"/>
                  <a:pt x="878305" y="13110"/>
                  <a:pt x="1160374" y="0"/>
                </a:cubicBezTo>
                <a:cubicBezTo>
                  <a:pt x="1442443" y="-13110"/>
                  <a:pt x="1612108" y="24695"/>
                  <a:pt x="1728216" y="0"/>
                </a:cubicBezTo>
                <a:cubicBezTo>
                  <a:pt x="1844324" y="-24695"/>
                  <a:pt x="2271040" y="20667"/>
                  <a:pt x="2468880" y="0"/>
                </a:cubicBezTo>
                <a:cubicBezTo>
                  <a:pt x="2468302" y="4771"/>
                  <a:pt x="2469633" y="12323"/>
                  <a:pt x="2468880" y="18288"/>
                </a:cubicBezTo>
                <a:cubicBezTo>
                  <a:pt x="2229297" y="-14659"/>
                  <a:pt x="2066775" y="30253"/>
                  <a:pt x="1802282" y="18288"/>
                </a:cubicBezTo>
                <a:cubicBezTo>
                  <a:pt x="1537789" y="6323"/>
                  <a:pt x="1379930" y="22266"/>
                  <a:pt x="1209751" y="18288"/>
                </a:cubicBezTo>
                <a:cubicBezTo>
                  <a:pt x="1039572" y="14310"/>
                  <a:pt x="837025" y="12850"/>
                  <a:pt x="641909" y="18288"/>
                </a:cubicBezTo>
                <a:cubicBezTo>
                  <a:pt x="446793" y="23726"/>
                  <a:pt x="170561" y="18472"/>
                  <a:pt x="0" y="18288"/>
                </a:cubicBezTo>
                <a:cubicBezTo>
                  <a:pt x="841" y="12879"/>
                  <a:pt x="-726" y="3977"/>
                  <a:pt x="0" y="0"/>
                </a:cubicBezTo>
                <a:close/>
              </a:path>
              <a:path w="2468880" h="18288" stroke="0" extrusionOk="0">
                <a:moveTo>
                  <a:pt x="0" y="0"/>
                </a:moveTo>
                <a:cubicBezTo>
                  <a:pt x="190931" y="24910"/>
                  <a:pt x="333688" y="11559"/>
                  <a:pt x="567842" y="0"/>
                </a:cubicBezTo>
                <a:cubicBezTo>
                  <a:pt x="801996" y="-11559"/>
                  <a:pt x="939971" y="-5677"/>
                  <a:pt x="1234440" y="0"/>
                </a:cubicBezTo>
                <a:cubicBezTo>
                  <a:pt x="1528909" y="5677"/>
                  <a:pt x="1658539" y="5184"/>
                  <a:pt x="1777594" y="0"/>
                </a:cubicBezTo>
                <a:cubicBezTo>
                  <a:pt x="1896649" y="-5184"/>
                  <a:pt x="2186164" y="23915"/>
                  <a:pt x="2468880" y="0"/>
                </a:cubicBezTo>
                <a:cubicBezTo>
                  <a:pt x="2468266" y="8857"/>
                  <a:pt x="2469384" y="13619"/>
                  <a:pt x="2468880" y="18288"/>
                </a:cubicBezTo>
                <a:cubicBezTo>
                  <a:pt x="2271330" y="36599"/>
                  <a:pt x="2001027" y="31554"/>
                  <a:pt x="1876349" y="18288"/>
                </a:cubicBezTo>
                <a:cubicBezTo>
                  <a:pt x="1751671" y="5022"/>
                  <a:pt x="1364652" y="15063"/>
                  <a:pt x="1209751" y="18288"/>
                </a:cubicBezTo>
                <a:cubicBezTo>
                  <a:pt x="1054850" y="21513"/>
                  <a:pt x="748438" y="20074"/>
                  <a:pt x="617220" y="18288"/>
                </a:cubicBezTo>
                <a:cubicBezTo>
                  <a:pt x="486002" y="16502"/>
                  <a:pt x="237432" y="27200"/>
                  <a:pt x="0" y="18288"/>
                </a:cubicBezTo>
                <a:cubicBezTo>
                  <a:pt x="-487" y="10816"/>
                  <a:pt x="-839" y="6058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312A695-4B4A-628E-0A91-0B5B3604AE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213696" y="1953929"/>
            <a:ext cx="6397837" cy="4775955"/>
          </a:xfrm>
          <a:prstGeom prst="rect">
            <a:avLst/>
          </a:prstGeom>
          <a:noFill/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B6223D-12B5-D876-943E-620C94DB38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10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8702443-59A2-93C9-7FBF-2ADF88F6DFFA}"/>
              </a:ext>
            </a:extLst>
          </p:cNvPr>
          <p:cNvSpPr txBox="1"/>
          <p:nvPr/>
        </p:nvSpPr>
        <p:spPr>
          <a:xfrm>
            <a:off x="6134100" y="1479885"/>
            <a:ext cx="2971800" cy="861774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>
            <a:spAutoFit/>
          </a:bodyPr>
          <a:lstStyle>
            <a:defPPr>
              <a:defRPr lang="en-US"/>
            </a:defPPr>
            <a:lvl1pPr marL="285750" indent="-285750">
              <a:buFont typeface="Wingdings" panose="05000000000000000000" pitchFamily="2" charset="2"/>
              <a:buChar char="ü"/>
              <a:defRPr sz="1600">
                <a:solidFill>
                  <a:schemeClr val="dk1"/>
                </a:solidFill>
              </a:defRPr>
            </a:lvl1pPr>
            <a:lvl2pPr>
              <a:defRPr>
                <a:solidFill>
                  <a:schemeClr val="dk1"/>
                </a:solidFill>
              </a:defRPr>
            </a:lvl2pPr>
            <a:lvl3pPr>
              <a:defRPr>
                <a:solidFill>
                  <a:schemeClr val="dk1"/>
                </a:solidFill>
              </a:defRPr>
            </a:lvl3pPr>
            <a:lvl4pPr>
              <a:defRPr>
                <a:solidFill>
                  <a:schemeClr val="dk1"/>
                </a:solidFill>
              </a:defRPr>
            </a:lvl4pPr>
            <a:lvl5pPr>
              <a:defRPr>
                <a:solidFill>
                  <a:schemeClr val="dk1"/>
                </a:solidFill>
              </a:defRPr>
            </a:lvl5pPr>
            <a:lvl6pPr>
              <a:defRPr>
                <a:solidFill>
                  <a:schemeClr val="dk1"/>
                </a:solidFill>
              </a:defRPr>
            </a:lvl6pPr>
            <a:lvl7pPr>
              <a:defRPr>
                <a:solidFill>
                  <a:schemeClr val="dk1"/>
                </a:solidFill>
              </a:defRPr>
            </a:lvl7pPr>
            <a:lvl8pPr>
              <a:defRPr>
                <a:solidFill>
                  <a:schemeClr val="dk1"/>
                </a:solidFill>
              </a:defRPr>
            </a:lvl8pPr>
            <a:lvl9pPr>
              <a:defRPr>
                <a:solidFill>
                  <a:schemeClr val="dk1"/>
                </a:solidFill>
              </a:defRPr>
            </a:lvl9pPr>
          </a:lstStyle>
          <a:p>
            <a:r>
              <a:rPr lang="en-US" dirty="0"/>
              <a:t>Bot marked as published</a:t>
            </a:r>
          </a:p>
          <a:p>
            <a:r>
              <a:rPr lang="en-US" dirty="0"/>
              <a:t>Public token generated</a:t>
            </a:r>
          </a:p>
          <a:p>
            <a:r>
              <a:rPr lang="en-US" dirty="0"/>
              <a:t>Shareable link created</a:t>
            </a:r>
          </a:p>
        </p:txBody>
      </p:sp>
    </p:spTree>
    <p:extLst>
      <p:ext uri="{BB962C8B-B14F-4D97-AF65-F5344CB8AC3E}">
        <p14:creationId xmlns:p14="http://schemas.microsoft.com/office/powerpoint/2010/main" val="41432688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4CFD48A-FD3D-2824-8179-02DD1DCD1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C4879EFC-8E62-4E00-973C-C45EE9EC67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495E09-0B06-4037-0DFA-D18DDF672E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160" y="457200"/>
            <a:ext cx="8182230" cy="136861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</a:pPr>
            <a:r>
              <a:rPr lang="en-US" sz="5700" dirty="0"/>
              <a:t>Sequence: View Analytic</a:t>
            </a:r>
          </a:p>
        </p:txBody>
      </p:sp>
      <p:sp>
        <p:nvSpPr>
          <p:cNvPr id="18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337560" y="1850683"/>
            <a:ext cx="2468880" cy="18288"/>
          </a:xfrm>
          <a:custGeom>
            <a:avLst/>
            <a:gdLst>
              <a:gd name="csX0" fmla="*/ 0 w 2468880"/>
              <a:gd name="csY0" fmla="*/ 0 h 18288"/>
              <a:gd name="csX1" fmla="*/ 592531 w 2468880"/>
              <a:gd name="csY1" fmla="*/ 0 h 18288"/>
              <a:gd name="csX2" fmla="*/ 1160374 w 2468880"/>
              <a:gd name="csY2" fmla="*/ 0 h 18288"/>
              <a:gd name="csX3" fmla="*/ 1728216 w 2468880"/>
              <a:gd name="csY3" fmla="*/ 0 h 18288"/>
              <a:gd name="csX4" fmla="*/ 2468880 w 2468880"/>
              <a:gd name="csY4" fmla="*/ 0 h 18288"/>
              <a:gd name="csX5" fmla="*/ 2468880 w 2468880"/>
              <a:gd name="csY5" fmla="*/ 18288 h 18288"/>
              <a:gd name="csX6" fmla="*/ 1802282 w 2468880"/>
              <a:gd name="csY6" fmla="*/ 18288 h 18288"/>
              <a:gd name="csX7" fmla="*/ 1209751 w 2468880"/>
              <a:gd name="csY7" fmla="*/ 18288 h 18288"/>
              <a:gd name="csX8" fmla="*/ 641909 w 2468880"/>
              <a:gd name="csY8" fmla="*/ 18288 h 18288"/>
              <a:gd name="csX9" fmla="*/ 0 w 2468880"/>
              <a:gd name="csY9" fmla="*/ 18288 h 18288"/>
              <a:gd name="csX10" fmla="*/ 0 w 2468880"/>
              <a:gd name="csY10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2468880" h="18288" fill="none" extrusionOk="0">
                <a:moveTo>
                  <a:pt x="0" y="0"/>
                </a:moveTo>
                <a:cubicBezTo>
                  <a:pt x="171523" y="-1510"/>
                  <a:pt x="416079" y="20036"/>
                  <a:pt x="592531" y="0"/>
                </a:cubicBezTo>
                <a:cubicBezTo>
                  <a:pt x="768983" y="-20036"/>
                  <a:pt x="878305" y="13110"/>
                  <a:pt x="1160374" y="0"/>
                </a:cubicBezTo>
                <a:cubicBezTo>
                  <a:pt x="1442443" y="-13110"/>
                  <a:pt x="1612108" y="24695"/>
                  <a:pt x="1728216" y="0"/>
                </a:cubicBezTo>
                <a:cubicBezTo>
                  <a:pt x="1844324" y="-24695"/>
                  <a:pt x="2271040" y="20667"/>
                  <a:pt x="2468880" y="0"/>
                </a:cubicBezTo>
                <a:cubicBezTo>
                  <a:pt x="2468302" y="4771"/>
                  <a:pt x="2469633" y="12323"/>
                  <a:pt x="2468880" y="18288"/>
                </a:cubicBezTo>
                <a:cubicBezTo>
                  <a:pt x="2229297" y="-14659"/>
                  <a:pt x="2066775" y="30253"/>
                  <a:pt x="1802282" y="18288"/>
                </a:cubicBezTo>
                <a:cubicBezTo>
                  <a:pt x="1537789" y="6323"/>
                  <a:pt x="1379930" y="22266"/>
                  <a:pt x="1209751" y="18288"/>
                </a:cubicBezTo>
                <a:cubicBezTo>
                  <a:pt x="1039572" y="14310"/>
                  <a:pt x="837025" y="12850"/>
                  <a:pt x="641909" y="18288"/>
                </a:cubicBezTo>
                <a:cubicBezTo>
                  <a:pt x="446793" y="23726"/>
                  <a:pt x="170561" y="18472"/>
                  <a:pt x="0" y="18288"/>
                </a:cubicBezTo>
                <a:cubicBezTo>
                  <a:pt x="841" y="12879"/>
                  <a:pt x="-726" y="3977"/>
                  <a:pt x="0" y="0"/>
                </a:cubicBezTo>
                <a:close/>
              </a:path>
              <a:path w="2468880" h="18288" stroke="0" extrusionOk="0">
                <a:moveTo>
                  <a:pt x="0" y="0"/>
                </a:moveTo>
                <a:cubicBezTo>
                  <a:pt x="190931" y="24910"/>
                  <a:pt x="333688" y="11559"/>
                  <a:pt x="567842" y="0"/>
                </a:cubicBezTo>
                <a:cubicBezTo>
                  <a:pt x="801996" y="-11559"/>
                  <a:pt x="939971" y="-5677"/>
                  <a:pt x="1234440" y="0"/>
                </a:cubicBezTo>
                <a:cubicBezTo>
                  <a:pt x="1528909" y="5677"/>
                  <a:pt x="1658539" y="5184"/>
                  <a:pt x="1777594" y="0"/>
                </a:cubicBezTo>
                <a:cubicBezTo>
                  <a:pt x="1896649" y="-5184"/>
                  <a:pt x="2186164" y="23915"/>
                  <a:pt x="2468880" y="0"/>
                </a:cubicBezTo>
                <a:cubicBezTo>
                  <a:pt x="2468266" y="8857"/>
                  <a:pt x="2469384" y="13619"/>
                  <a:pt x="2468880" y="18288"/>
                </a:cubicBezTo>
                <a:cubicBezTo>
                  <a:pt x="2271330" y="36599"/>
                  <a:pt x="2001027" y="31554"/>
                  <a:pt x="1876349" y="18288"/>
                </a:cubicBezTo>
                <a:cubicBezTo>
                  <a:pt x="1751671" y="5022"/>
                  <a:pt x="1364652" y="15063"/>
                  <a:pt x="1209751" y="18288"/>
                </a:cubicBezTo>
                <a:cubicBezTo>
                  <a:pt x="1054850" y="21513"/>
                  <a:pt x="748438" y="20074"/>
                  <a:pt x="617220" y="18288"/>
                </a:cubicBezTo>
                <a:cubicBezTo>
                  <a:pt x="486002" y="16502"/>
                  <a:pt x="237432" y="27200"/>
                  <a:pt x="0" y="18288"/>
                </a:cubicBezTo>
                <a:cubicBezTo>
                  <a:pt x="-487" y="10816"/>
                  <a:pt x="-839" y="6058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02CE673-D64A-2EFA-2D77-B4BB5D432C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85800" y="2119697"/>
            <a:ext cx="7526867" cy="4247201"/>
          </a:xfrm>
          <a:prstGeom prst="rect">
            <a:avLst/>
          </a:prstGeom>
          <a:noFill/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B2693D-6173-CCAF-FA5D-C1091C8A0E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11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B265A00-8676-6B7C-A78E-FE651634F95E}"/>
              </a:ext>
            </a:extLst>
          </p:cNvPr>
          <p:cNvSpPr txBox="1"/>
          <p:nvPr/>
        </p:nvSpPr>
        <p:spPr>
          <a:xfrm>
            <a:off x="6125633" y="1523042"/>
            <a:ext cx="2971800" cy="830997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>
            <a:spAutoFit/>
          </a:bodyPr>
          <a:lstStyle>
            <a:defPPr>
              <a:defRPr lang="en-US"/>
            </a:defPPr>
            <a:lvl1pPr marL="285750" indent="-285750">
              <a:buFont typeface="Wingdings" panose="05000000000000000000" pitchFamily="2" charset="2"/>
              <a:buChar char="ü"/>
              <a:defRPr sz="1600">
                <a:solidFill>
                  <a:schemeClr val="dk1"/>
                </a:solidFill>
              </a:defRPr>
            </a:lvl1pPr>
            <a:lvl2pPr>
              <a:defRPr>
                <a:solidFill>
                  <a:schemeClr val="dk1"/>
                </a:solidFill>
              </a:defRPr>
            </a:lvl2pPr>
            <a:lvl3pPr>
              <a:defRPr>
                <a:solidFill>
                  <a:schemeClr val="dk1"/>
                </a:solidFill>
              </a:defRPr>
            </a:lvl3pPr>
            <a:lvl4pPr>
              <a:defRPr>
                <a:solidFill>
                  <a:schemeClr val="dk1"/>
                </a:solidFill>
              </a:defRPr>
            </a:lvl4pPr>
            <a:lvl5pPr>
              <a:defRPr>
                <a:solidFill>
                  <a:schemeClr val="dk1"/>
                </a:solidFill>
              </a:defRPr>
            </a:lvl5pPr>
            <a:lvl6pPr>
              <a:defRPr>
                <a:solidFill>
                  <a:schemeClr val="dk1"/>
                </a:solidFill>
              </a:defRPr>
            </a:lvl6pPr>
            <a:lvl7pPr>
              <a:defRPr>
                <a:solidFill>
                  <a:schemeClr val="dk1"/>
                </a:solidFill>
              </a:defRPr>
            </a:lvl7pPr>
            <a:lvl8pPr>
              <a:defRPr>
                <a:solidFill>
                  <a:schemeClr val="dk1"/>
                </a:solidFill>
              </a:defRPr>
            </a:lvl8pPr>
            <a:lvl9pPr>
              <a:defRPr>
                <a:solidFill>
                  <a:schemeClr val="dk1"/>
                </a:solidFill>
              </a:defRPr>
            </a:lvl9pPr>
          </a:lstStyle>
          <a:p>
            <a:r>
              <a:rPr lang="en-US" sz="1200" dirty="0"/>
              <a:t>Analytics request sent from frontend </a:t>
            </a:r>
          </a:p>
          <a:p>
            <a:r>
              <a:rPr lang="en-US" sz="1200" dirty="0"/>
              <a:t>Data retrieved and aggregated from bots, conversations, and messages </a:t>
            </a:r>
          </a:p>
          <a:p>
            <a:r>
              <a:rPr lang="en-US" sz="1200" dirty="0"/>
              <a:t>Charts and activity displayed to user </a:t>
            </a:r>
          </a:p>
        </p:txBody>
      </p:sp>
    </p:spTree>
    <p:extLst>
      <p:ext uri="{BB962C8B-B14F-4D97-AF65-F5344CB8AC3E}">
        <p14:creationId xmlns:p14="http://schemas.microsoft.com/office/powerpoint/2010/main" val="10308367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C61293E-6EBE-43EF-A52C-9BEBFD7679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73321" y="329184"/>
            <a:ext cx="4688333" cy="1783080"/>
          </a:xfrm>
        </p:spPr>
        <p:txBody>
          <a:bodyPr anchor="b">
            <a:normAutofit/>
          </a:bodyPr>
          <a:lstStyle/>
          <a:p>
            <a:r>
              <a:rPr lang="en-US" sz="4700"/>
              <a:t>Demo Flow</a:t>
            </a:r>
          </a:p>
        </p:txBody>
      </p:sp>
      <p:pic>
        <p:nvPicPr>
          <p:cNvPr id="5" name="Picture 4" descr="Scribbles on a notebook">
            <a:extLst>
              <a:ext uri="{FF2B5EF4-FFF2-40B4-BE49-F238E27FC236}">
                <a16:creationId xmlns:a16="http://schemas.microsoft.com/office/drawing/2014/main" id="{CC8F0126-222D-0A4A-DF75-69629C04E56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7149" r="37961" b="-1"/>
          <a:stretch>
            <a:fillRect/>
          </a:stretch>
        </p:blipFill>
        <p:spPr>
          <a:xfrm>
            <a:off x="20" y="10"/>
            <a:ext cx="3492988" cy="6857990"/>
          </a:xfrm>
          <a:custGeom>
            <a:avLst/>
            <a:gdLst/>
            <a:ahLst/>
            <a:cxnLst/>
            <a:rect l="l" t="t" r="r" b="b"/>
            <a:pathLst>
              <a:path w="4657344" h="6858000">
                <a:moveTo>
                  <a:pt x="0" y="0"/>
                </a:moveTo>
                <a:lnTo>
                  <a:pt x="3429755" y="0"/>
                </a:lnTo>
                <a:lnTo>
                  <a:pt x="3526016" y="148742"/>
                </a:lnTo>
                <a:cubicBezTo>
                  <a:pt x="3657740" y="365513"/>
                  <a:pt x="3777402" y="589569"/>
                  <a:pt x="3886489" y="819975"/>
                </a:cubicBezTo>
                <a:cubicBezTo>
                  <a:pt x="3891856" y="833492"/>
                  <a:pt x="3900663" y="845393"/>
                  <a:pt x="3912049" y="854514"/>
                </a:cubicBezTo>
                <a:cubicBezTo>
                  <a:pt x="3897352" y="819849"/>
                  <a:pt x="3883037" y="784928"/>
                  <a:pt x="3868083" y="750263"/>
                </a:cubicBezTo>
                <a:cubicBezTo>
                  <a:pt x="3806989" y="608712"/>
                  <a:pt x="3742478" y="469145"/>
                  <a:pt x="3674155" y="331786"/>
                </a:cubicBezTo>
                <a:lnTo>
                  <a:pt x="3496656" y="0"/>
                </a:lnTo>
                <a:lnTo>
                  <a:pt x="3554371" y="0"/>
                </a:lnTo>
                <a:lnTo>
                  <a:pt x="3661621" y="196614"/>
                </a:lnTo>
                <a:cubicBezTo>
                  <a:pt x="3856899" y="573253"/>
                  <a:pt x="4021071" y="966066"/>
                  <a:pt x="4161279" y="1371196"/>
                </a:cubicBezTo>
                <a:cubicBezTo>
                  <a:pt x="4379525" y="2007265"/>
                  <a:pt x="4530141" y="2664286"/>
                  <a:pt x="4610660" y="3331516"/>
                </a:cubicBezTo>
                <a:cubicBezTo>
                  <a:pt x="4652837" y="3672965"/>
                  <a:pt x="4671625" y="4013908"/>
                  <a:pt x="4645040" y="4357388"/>
                </a:cubicBezTo>
                <a:cubicBezTo>
                  <a:pt x="4613599" y="4758899"/>
                  <a:pt x="4566181" y="5157998"/>
                  <a:pt x="4485789" y="5552906"/>
                </a:cubicBezTo>
                <a:cubicBezTo>
                  <a:pt x="4397121" y="5988893"/>
                  <a:pt x="4276748" y="6414594"/>
                  <a:pt x="4117769" y="6828295"/>
                </a:cubicBezTo>
                <a:lnTo>
                  <a:pt x="4105288" y="6858000"/>
                </a:lnTo>
                <a:lnTo>
                  <a:pt x="4052520" y="6858000"/>
                </a:lnTo>
                <a:lnTo>
                  <a:pt x="4059369" y="6841549"/>
                </a:lnTo>
                <a:cubicBezTo>
                  <a:pt x="4147276" y="6614016"/>
                  <a:pt x="4224193" y="6380817"/>
                  <a:pt x="4291518" y="6142729"/>
                </a:cubicBezTo>
                <a:cubicBezTo>
                  <a:pt x="4350055" y="5935370"/>
                  <a:pt x="4393256" y="5723695"/>
                  <a:pt x="4443357" y="5513923"/>
                </a:cubicBezTo>
                <a:cubicBezTo>
                  <a:pt x="4444541" y="5502788"/>
                  <a:pt x="4445137" y="5491601"/>
                  <a:pt x="4445146" y="5480401"/>
                </a:cubicBezTo>
                <a:cubicBezTo>
                  <a:pt x="4408465" y="5607635"/>
                  <a:pt x="4379196" y="5719759"/>
                  <a:pt x="4344559" y="5830359"/>
                </a:cubicBezTo>
                <a:cubicBezTo>
                  <a:pt x="4254261" y="6118381"/>
                  <a:pt x="4150112" y="6398531"/>
                  <a:pt x="4031702" y="6670527"/>
                </a:cubicBezTo>
                <a:lnTo>
                  <a:pt x="3943824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11" name="sketchy line">
            <a:extLst>
              <a:ext uri="{FF2B5EF4-FFF2-40B4-BE49-F238E27FC236}">
                <a16:creationId xmlns:a16="http://schemas.microsoft.com/office/drawing/2014/main" id="{21540236-BFD5-4A9D-8840-4703E7F768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73321" y="2374947"/>
            <a:ext cx="3182692" cy="18288"/>
          </a:xfrm>
          <a:custGeom>
            <a:avLst/>
            <a:gdLst>
              <a:gd name="csX0" fmla="*/ 0 w 3182692"/>
              <a:gd name="csY0" fmla="*/ 0 h 18288"/>
              <a:gd name="csX1" fmla="*/ 636538 w 3182692"/>
              <a:gd name="csY1" fmla="*/ 0 h 18288"/>
              <a:gd name="csX2" fmla="*/ 1273077 w 3182692"/>
              <a:gd name="csY2" fmla="*/ 0 h 18288"/>
              <a:gd name="csX3" fmla="*/ 1909615 w 3182692"/>
              <a:gd name="csY3" fmla="*/ 0 h 18288"/>
              <a:gd name="csX4" fmla="*/ 2482500 w 3182692"/>
              <a:gd name="csY4" fmla="*/ 0 h 18288"/>
              <a:gd name="csX5" fmla="*/ 3182692 w 3182692"/>
              <a:gd name="csY5" fmla="*/ 0 h 18288"/>
              <a:gd name="csX6" fmla="*/ 3182692 w 3182692"/>
              <a:gd name="csY6" fmla="*/ 18288 h 18288"/>
              <a:gd name="csX7" fmla="*/ 2609807 w 3182692"/>
              <a:gd name="csY7" fmla="*/ 18288 h 18288"/>
              <a:gd name="csX8" fmla="*/ 2068750 w 3182692"/>
              <a:gd name="csY8" fmla="*/ 18288 h 18288"/>
              <a:gd name="csX9" fmla="*/ 1432211 w 3182692"/>
              <a:gd name="csY9" fmla="*/ 18288 h 18288"/>
              <a:gd name="csX10" fmla="*/ 859327 w 3182692"/>
              <a:gd name="csY10" fmla="*/ 18288 h 18288"/>
              <a:gd name="csX11" fmla="*/ 0 w 3182692"/>
              <a:gd name="csY11" fmla="*/ 18288 h 18288"/>
              <a:gd name="csX12" fmla="*/ 0 w 3182692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182692" h="18288" fill="none" extrusionOk="0">
                <a:moveTo>
                  <a:pt x="0" y="0"/>
                </a:moveTo>
                <a:cubicBezTo>
                  <a:pt x="253588" y="25878"/>
                  <a:pt x="409323" y="-5359"/>
                  <a:pt x="636538" y="0"/>
                </a:cubicBezTo>
                <a:cubicBezTo>
                  <a:pt x="863753" y="5359"/>
                  <a:pt x="1007727" y="-28"/>
                  <a:pt x="1273077" y="0"/>
                </a:cubicBezTo>
                <a:cubicBezTo>
                  <a:pt x="1538427" y="28"/>
                  <a:pt x="1698640" y="-12775"/>
                  <a:pt x="1909615" y="0"/>
                </a:cubicBezTo>
                <a:cubicBezTo>
                  <a:pt x="2120590" y="12775"/>
                  <a:pt x="2210293" y="-21823"/>
                  <a:pt x="2482500" y="0"/>
                </a:cubicBezTo>
                <a:cubicBezTo>
                  <a:pt x="2754708" y="21823"/>
                  <a:pt x="3004133" y="-28750"/>
                  <a:pt x="3182692" y="0"/>
                </a:cubicBezTo>
                <a:cubicBezTo>
                  <a:pt x="3183134" y="4516"/>
                  <a:pt x="3181865" y="12266"/>
                  <a:pt x="3182692" y="18288"/>
                </a:cubicBezTo>
                <a:cubicBezTo>
                  <a:pt x="2947402" y="22440"/>
                  <a:pt x="2876226" y="27191"/>
                  <a:pt x="2609807" y="18288"/>
                </a:cubicBezTo>
                <a:cubicBezTo>
                  <a:pt x="2343389" y="9385"/>
                  <a:pt x="2326689" y="25579"/>
                  <a:pt x="2068750" y="18288"/>
                </a:cubicBezTo>
                <a:cubicBezTo>
                  <a:pt x="1810811" y="10997"/>
                  <a:pt x="1713836" y="48219"/>
                  <a:pt x="1432211" y="18288"/>
                </a:cubicBezTo>
                <a:cubicBezTo>
                  <a:pt x="1150586" y="-11643"/>
                  <a:pt x="982765" y="3747"/>
                  <a:pt x="859327" y="18288"/>
                </a:cubicBezTo>
                <a:cubicBezTo>
                  <a:pt x="735889" y="32829"/>
                  <a:pt x="254183" y="35231"/>
                  <a:pt x="0" y="18288"/>
                </a:cubicBezTo>
                <a:cubicBezTo>
                  <a:pt x="-306" y="11477"/>
                  <a:pt x="485" y="4355"/>
                  <a:pt x="0" y="0"/>
                </a:cubicBezTo>
                <a:close/>
              </a:path>
              <a:path w="3182692" h="18288" stroke="0" extrusionOk="0">
                <a:moveTo>
                  <a:pt x="0" y="0"/>
                </a:moveTo>
                <a:cubicBezTo>
                  <a:pt x="243108" y="-22426"/>
                  <a:pt x="387854" y="22949"/>
                  <a:pt x="572885" y="0"/>
                </a:cubicBezTo>
                <a:cubicBezTo>
                  <a:pt x="757916" y="-22949"/>
                  <a:pt x="923707" y="6797"/>
                  <a:pt x="1113942" y="0"/>
                </a:cubicBezTo>
                <a:cubicBezTo>
                  <a:pt x="1304177" y="-6797"/>
                  <a:pt x="1495991" y="20627"/>
                  <a:pt x="1686827" y="0"/>
                </a:cubicBezTo>
                <a:cubicBezTo>
                  <a:pt x="1877663" y="-20627"/>
                  <a:pt x="2170182" y="-20672"/>
                  <a:pt x="2323365" y="0"/>
                </a:cubicBezTo>
                <a:cubicBezTo>
                  <a:pt x="2476548" y="20672"/>
                  <a:pt x="2919164" y="6097"/>
                  <a:pt x="3182692" y="0"/>
                </a:cubicBezTo>
                <a:cubicBezTo>
                  <a:pt x="3183269" y="4624"/>
                  <a:pt x="3183511" y="11191"/>
                  <a:pt x="3182692" y="18288"/>
                </a:cubicBezTo>
                <a:cubicBezTo>
                  <a:pt x="3026065" y="-10849"/>
                  <a:pt x="2775006" y="23067"/>
                  <a:pt x="2546154" y="18288"/>
                </a:cubicBezTo>
                <a:cubicBezTo>
                  <a:pt x="2317302" y="13509"/>
                  <a:pt x="2168173" y="-8513"/>
                  <a:pt x="1845961" y="18288"/>
                </a:cubicBezTo>
                <a:cubicBezTo>
                  <a:pt x="1523749" y="45089"/>
                  <a:pt x="1450078" y="-844"/>
                  <a:pt x="1304904" y="18288"/>
                </a:cubicBezTo>
                <a:cubicBezTo>
                  <a:pt x="1159730" y="37420"/>
                  <a:pt x="942635" y="-10021"/>
                  <a:pt x="604711" y="18288"/>
                </a:cubicBezTo>
                <a:cubicBezTo>
                  <a:pt x="266787" y="46597"/>
                  <a:pt x="141927" y="-8395"/>
                  <a:pt x="0" y="18288"/>
                </a:cubicBezTo>
                <a:cubicBezTo>
                  <a:pt x="-171" y="12755"/>
                  <a:pt x="-690" y="793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73321" y="2706624"/>
            <a:ext cx="4688333" cy="348386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b="1" dirty="0"/>
              <a:t>Live Demo Steps</a:t>
            </a:r>
            <a:endParaRPr lang="en-US" sz="2000" dirty="0"/>
          </a:p>
          <a:p>
            <a:r>
              <a:rPr lang="en-US" sz="2000" dirty="0"/>
              <a:t>User login </a:t>
            </a:r>
          </a:p>
          <a:p>
            <a:r>
              <a:rPr lang="en-US" sz="2000" dirty="0"/>
              <a:t>Create chatbot </a:t>
            </a:r>
          </a:p>
          <a:p>
            <a:r>
              <a:rPr lang="en-US" sz="2000" dirty="0"/>
              <a:t>Add knowledge source </a:t>
            </a:r>
          </a:p>
          <a:p>
            <a:r>
              <a:rPr lang="en-US" sz="2000" dirty="0"/>
              <a:t>Test chatbot responses </a:t>
            </a:r>
          </a:p>
          <a:p>
            <a:r>
              <a:rPr lang="en-US" sz="2000" dirty="0"/>
              <a:t>Publish chatbot </a:t>
            </a:r>
          </a:p>
          <a:p>
            <a:r>
              <a:rPr lang="en-US" sz="2000" dirty="0"/>
              <a:t>Access public chatbot link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F556E7-3E07-152D-3949-28383DE779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12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647F141-E58B-424F-4DBA-54C69DB89B7B}"/>
              </a:ext>
            </a:extLst>
          </p:cNvPr>
          <p:cNvSpPr txBox="1"/>
          <p:nvPr/>
        </p:nvSpPr>
        <p:spPr>
          <a:xfrm>
            <a:off x="3813810" y="5970246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i="1" dirty="0"/>
              <a:t>Demonstrates full end-to-end workflow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</p:spPr>
        <p:txBody>
          <a:bodyPr>
            <a:normAutofit/>
          </a:bodyPr>
          <a:lstStyle/>
          <a:p>
            <a:r>
              <a:rPr lang="en-US" sz="4700"/>
              <a:t>Challenges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1777" y="1677373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929384"/>
            <a:ext cx="7886700" cy="425196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b="1" dirty="0"/>
              <a:t>Key Challenges Faced</a:t>
            </a:r>
            <a:endParaRPr lang="en-US" sz="2000" dirty="0"/>
          </a:p>
          <a:p>
            <a:r>
              <a:rPr lang="en-US" sz="2000" dirty="0"/>
              <a:t>Chunking limitations in response generation </a:t>
            </a:r>
          </a:p>
          <a:p>
            <a:r>
              <a:rPr lang="en-US" sz="2000" dirty="0"/>
              <a:t>Dependency on OpenAI API </a:t>
            </a:r>
          </a:p>
          <a:p>
            <a:r>
              <a:rPr lang="en-US" sz="2000" dirty="0"/>
              <a:t>Data extraction issues from websites/PDFs </a:t>
            </a:r>
          </a:p>
          <a:p>
            <a:r>
              <a:rPr lang="en-US" sz="2000" dirty="0"/>
              <a:t>Handling multi-topic queries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7602158-E9A0-5B15-75BE-DE74205404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13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B5CB8C-6037-00C7-BE01-D979D68A2313}"/>
              </a:ext>
            </a:extLst>
          </p:cNvPr>
          <p:cNvSpPr txBox="1"/>
          <p:nvPr/>
        </p:nvSpPr>
        <p:spPr>
          <a:xfrm>
            <a:off x="228600" y="5121420"/>
            <a:ext cx="82867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i="1" dirty="0"/>
              <a:t>System performs best for single-chunk queries; multi-chunk queries may produce partial responses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C61293E-6EBE-43EF-A52C-9BEBFD7679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73321" y="329184"/>
            <a:ext cx="4688333" cy="1783080"/>
          </a:xfrm>
        </p:spPr>
        <p:txBody>
          <a:bodyPr anchor="b">
            <a:normAutofit/>
          </a:bodyPr>
          <a:lstStyle/>
          <a:p>
            <a:r>
              <a:rPr lang="en-US" sz="4700"/>
              <a:t>Future Work</a:t>
            </a:r>
          </a:p>
        </p:txBody>
      </p:sp>
      <p:pic>
        <p:nvPicPr>
          <p:cNvPr id="5" name="Picture 4" descr="Person writing on a notepad">
            <a:extLst>
              <a:ext uri="{FF2B5EF4-FFF2-40B4-BE49-F238E27FC236}">
                <a16:creationId xmlns:a16="http://schemas.microsoft.com/office/drawing/2014/main" id="{7D92215E-A9D7-3CA6-0170-791879A5329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3510" r="26125"/>
          <a:stretch>
            <a:fillRect/>
          </a:stretch>
        </p:blipFill>
        <p:spPr>
          <a:xfrm>
            <a:off x="20" y="10"/>
            <a:ext cx="3492988" cy="6857990"/>
          </a:xfrm>
          <a:custGeom>
            <a:avLst/>
            <a:gdLst/>
            <a:ahLst/>
            <a:cxnLst/>
            <a:rect l="l" t="t" r="r" b="b"/>
            <a:pathLst>
              <a:path w="4657344" h="6858000">
                <a:moveTo>
                  <a:pt x="0" y="0"/>
                </a:moveTo>
                <a:lnTo>
                  <a:pt x="3429755" y="0"/>
                </a:lnTo>
                <a:lnTo>
                  <a:pt x="3526016" y="148742"/>
                </a:lnTo>
                <a:cubicBezTo>
                  <a:pt x="3657740" y="365513"/>
                  <a:pt x="3777402" y="589569"/>
                  <a:pt x="3886489" y="819975"/>
                </a:cubicBezTo>
                <a:cubicBezTo>
                  <a:pt x="3891856" y="833492"/>
                  <a:pt x="3900663" y="845393"/>
                  <a:pt x="3912049" y="854514"/>
                </a:cubicBezTo>
                <a:cubicBezTo>
                  <a:pt x="3897352" y="819849"/>
                  <a:pt x="3883037" y="784928"/>
                  <a:pt x="3868083" y="750263"/>
                </a:cubicBezTo>
                <a:cubicBezTo>
                  <a:pt x="3806989" y="608712"/>
                  <a:pt x="3742478" y="469145"/>
                  <a:pt x="3674155" y="331786"/>
                </a:cubicBezTo>
                <a:lnTo>
                  <a:pt x="3496656" y="0"/>
                </a:lnTo>
                <a:lnTo>
                  <a:pt x="3554371" y="0"/>
                </a:lnTo>
                <a:lnTo>
                  <a:pt x="3661621" y="196614"/>
                </a:lnTo>
                <a:cubicBezTo>
                  <a:pt x="3856899" y="573253"/>
                  <a:pt x="4021071" y="966066"/>
                  <a:pt x="4161279" y="1371196"/>
                </a:cubicBezTo>
                <a:cubicBezTo>
                  <a:pt x="4379525" y="2007265"/>
                  <a:pt x="4530141" y="2664286"/>
                  <a:pt x="4610660" y="3331516"/>
                </a:cubicBezTo>
                <a:cubicBezTo>
                  <a:pt x="4652837" y="3672965"/>
                  <a:pt x="4671625" y="4013908"/>
                  <a:pt x="4645040" y="4357388"/>
                </a:cubicBezTo>
                <a:cubicBezTo>
                  <a:pt x="4613599" y="4758899"/>
                  <a:pt x="4566181" y="5157998"/>
                  <a:pt x="4485789" y="5552906"/>
                </a:cubicBezTo>
                <a:cubicBezTo>
                  <a:pt x="4397121" y="5988893"/>
                  <a:pt x="4276748" y="6414594"/>
                  <a:pt x="4117769" y="6828295"/>
                </a:cubicBezTo>
                <a:lnTo>
                  <a:pt x="4105288" y="6858000"/>
                </a:lnTo>
                <a:lnTo>
                  <a:pt x="4052520" y="6858000"/>
                </a:lnTo>
                <a:lnTo>
                  <a:pt x="4059369" y="6841549"/>
                </a:lnTo>
                <a:cubicBezTo>
                  <a:pt x="4147276" y="6614016"/>
                  <a:pt x="4224193" y="6380817"/>
                  <a:pt x="4291518" y="6142729"/>
                </a:cubicBezTo>
                <a:cubicBezTo>
                  <a:pt x="4350055" y="5935370"/>
                  <a:pt x="4393256" y="5723695"/>
                  <a:pt x="4443357" y="5513923"/>
                </a:cubicBezTo>
                <a:cubicBezTo>
                  <a:pt x="4444541" y="5502788"/>
                  <a:pt x="4445137" y="5491601"/>
                  <a:pt x="4445146" y="5480401"/>
                </a:cubicBezTo>
                <a:cubicBezTo>
                  <a:pt x="4408465" y="5607635"/>
                  <a:pt x="4379196" y="5719759"/>
                  <a:pt x="4344559" y="5830359"/>
                </a:cubicBezTo>
                <a:cubicBezTo>
                  <a:pt x="4254261" y="6118381"/>
                  <a:pt x="4150112" y="6398531"/>
                  <a:pt x="4031702" y="6670527"/>
                </a:cubicBezTo>
                <a:lnTo>
                  <a:pt x="3943824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11" name="sketchy line">
            <a:extLst>
              <a:ext uri="{FF2B5EF4-FFF2-40B4-BE49-F238E27FC236}">
                <a16:creationId xmlns:a16="http://schemas.microsoft.com/office/drawing/2014/main" id="{21540236-BFD5-4A9D-8840-4703E7F768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73321" y="2374947"/>
            <a:ext cx="3182692" cy="18288"/>
          </a:xfrm>
          <a:custGeom>
            <a:avLst/>
            <a:gdLst>
              <a:gd name="csX0" fmla="*/ 0 w 3182692"/>
              <a:gd name="csY0" fmla="*/ 0 h 18288"/>
              <a:gd name="csX1" fmla="*/ 636538 w 3182692"/>
              <a:gd name="csY1" fmla="*/ 0 h 18288"/>
              <a:gd name="csX2" fmla="*/ 1273077 w 3182692"/>
              <a:gd name="csY2" fmla="*/ 0 h 18288"/>
              <a:gd name="csX3" fmla="*/ 1909615 w 3182692"/>
              <a:gd name="csY3" fmla="*/ 0 h 18288"/>
              <a:gd name="csX4" fmla="*/ 2482500 w 3182692"/>
              <a:gd name="csY4" fmla="*/ 0 h 18288"/>
              <a:gd name="csX5" fmla="*/ 3182692 w 3182692"/>
              <a:gd name="csY5" fmla="*/ 0 h 18288"/>
              <a:gd name="csX6" fmla="*/ 3182692 w 3182692"/>
              <a:gd name="csY6" fmla="*/ 18288 h 18288"/>
              <a:gd name="csX7" fmla="*/ 2609807 w 3182692"/>
              <a:gd name="csY7" fmla="*/ 18288 h 18288"/>
              <a:gd name="csX8" fmla="*/ 2068750 w 3182692"/>
              <a:gd name="csY8" fmla="*/ 18288 h 18288"/>
              <a:gd name="csX9" fmla="*/ 1432211 w 3182692"/>
              <a:gd name="csY9" fmla="*/ 18288 h 18288"/>
              <a:gd name="csX10" fmla="*/ 859327 w 3182692"/>
              <a:gd name="csY10" fmla="*/ 18288 h 18288"/>
              <a:gd name="csX11" fmla="*/ 0 w 3182692"/>
              <a:gd name="csY11" fmla="*/ 18288 h 18288"/>
              <a:gd name="csX12" fmla="*/ 0 w 3182692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182692" h="18288" fill="none" extrusionOk="0">
                <a:moveTo>
                  <a:pt x="0" y="0"/>
                </a:moveTo>
                <a:cubicBezTo>
                  <a:pt x="253588" y="25878"/>
                  <a:pt x="409323" y="-5359"/>
                  <a:pt x="636538" y="0"/>
                </a:cubicBezTo>
                <a:cubicBezTo>
                  <a:pt x="863753" y="5359"/>
                  <a:pt x="1007727" y="-28"/>
                  <a:pt x="1273077" y="0"/>
                </a:cubicBezTo>
                <a:cubicBezTo>
                  <a:pt x="1538427" y="28"/>
                  <a:pt x="1698640" y="-12775"/>
                  <a:pt x="1909615" y="0"/>
                </a:cubicBezTo>
                <a:cubicBezTo>
                  <a:pt x="2120590" y="12775"/>
                  <a:pt x="2210293" y="-21823"/>
                  <a:pt x="2482500" y="0"/>
                </a:cubicBezTo>
                <a:cubicBezTo>
                  <a:pt x="2754708" y="21823"/>
                  <a:pt x="3004133" y="-28750"/>
                  <a:pt x="3182692" y="0"/>
                </a:cubicBezTo>
                <a:cubicBezTo>
                  <a:pt x="3183134" y="4516"/>
                  <a:pt x="3181865" y="12266"/>
                  <a:pt x="3182692" y="18288"/>
                </a:cubicBezTo>
                <a:cubicBezTo>
                  <a:pt x="2947402" y="22440"/>
                  <a:pt x="2876226" y="27191"/>
                  <a:pt x="2609807" y="18288"/>
                </a:cubicBezTo>
                <a:cubicBezTo>
                  <a:pt x="2343389" y="9385"/>
                  <a:pt x="2326689" y="25579"/>
                  <a:pt x="2068750" y="18288"/>
                </a:cubicBezTo>
                <a:cubicBezTo>
                  <a:pt x="1810811" y="10997"/>
                  <a:pt x="1713836" y="48219"/>
                  <a:pt x="1432211" y="18288"/>
                </a:cubicBezTo>
                <a:cubicBezTo>
                  <a:pt x="1150586" y="-11643"/>
                  <a:pt x="982765" y="3747"/>
                  <a:pt x="859327" y="18288"/>
                </a:cubicBezTo>
                <a:cubicBezTo>
                  <a:pt x="735889" y="32829"/>
                  <a:pt x="254183" y="35231"/>
                  <a:pt x="0" y="18288"/>
                </a:cubicBezTo>
                <a:cubicBezTo>
                  <a:pt x="-306" y="11477"/>
                  <a:pt x="485" y="4355"/>
                  <a:pt x="0" y="0"/>
                </a:cubicBezTo>
                <a:close/>
              </a:path>
              <a:path w="3182692" h="18288" stroke="0" extrusionOk="0">
                <a:moveTo>
                  <a:pt x="0" y="0"/>
                </a:moveTo>
                <a:cubicBezTo>
                  <a:pt x="243108" y="-22426"/>
                  <a:pt x="387854" y="22949"/>
                  <a:pt x="572885" y="0"/>
                </a:cubicBezTo>
                <a:cubicBezTo>
                  <a:pt x="757916" y="-22949"/>
                  <a:pt x="923707" y="6797"/>
                  <a:pt x="1113942" y="0"/>
                </a:cubicBezTo>
                <a:cubicBezTo>
                  <a:pt x="1304177" y="-6797"/>
                  <a:pt x="1495991" y="20627"/>
                  <a:pt x="1686827" y="0"/>
                </a:cubicBezTo>
                <a:cubicBezTo>
                  <a:pt x="1877663" y="-20627"/>
                  <a:pt x="2170182" y="-20672"/>
                  <a:pt x="2323365" y="0"/>
                </a:cubicBezTo>
                <a:cubicBezTo>
                  <a:pt x="2476548" y="20672"/>
                  <a:pt x="2919164" y="6097"/>
                  <a:pt x="3182692" y="0"/>
                </a:cubicBezTo>
                <a:cubicBezTo>
                  <a:pt x="3183269" y="4624"/>
                  <a:pt x="3183511" y="11191"/>
                  <a:pt x="3182692" y="18288"/>
                </a:cubicBezTo>
                <a:cubicBezTo>
                  <a:pt x="3026065" y="-10849"/>
                  <a:pt x="2775006" y="23067"/>
                  <a:pt x="2546154" y="18288"/>
                </a:cubicBezTo>
                <a:cubicBezTo>
                  <a:pt x="2317302" y="13509"/>
                  <a:pt x="2168173" y="-8513"/>
                  <a:pt x="1845961" y="18288"/>
                </a:cubicBezTo>
                <a:cubicBezTo>
                  <a:pt x="1523749" y="45089"/>
                  <a:pt x="1450078" y="-844"/>
                  <a:pt x="1304904" y="18288"/>
                </a:cubicBezTo>
                <a:cubicBezTo>
                  <a:pt x="1159730" y="37420"/>
                  <a:pt x="942635" y="-10021"/>
                  <a:pt x="604711" y="18288"/>
                </a:cubicBezTo>
                <a:cubicBezTo>
                  <a:pt x="266787" y="46597"/>
                  <a:pt x="141927" y="-8395"/>
                  <a:pt x="0" y="18288"/>
                </a:cubicBezTo>
                <a:cubicBezTo>
                  <a:pt x="-171" y="12755"/>
                  <a:pt x="-690" y="793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73321" y="2706624"/>
            <a:ext cx="4688333" cy="348386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b="1" dirty="0"/>
              <a:t>Planned Enhancements</a:t>
            </a:r>
            <a:endParaRPr lang="en-US" sz="2000" dirty="0"/>
          </a:p>
          <a:p>
            <a:r>
              <a:rPr lang="en-US" sz="2000" dirty="0"/>
              <a:t>Hybrid search (keyword + embeddings) </a:t>
            </a:r>
          </a:p>
          <a:p>
            <a:r>
              <a:rPr lang="en-US" sz="2000" dirty="0"/>
              <a:t>Chat Interface on Landing Page</a:t>
            </a:r>
          </a:p>
          <a:p>
            <a:r>
              <a:rPr lang="en-US" sz="2000" dirty="0"/>
              <a:t>Multi-language chatbot support </a:t>
            </a:r>
          </a:p>
          <a:p>
            <a:r>
              <a:rPr lang="en-US" sz="2000" dirty="0"/>
              <a:t>Cloud deployment (AWS/Azure) </a:t>
            </a:r>
          </a:p>
          <a:p>
            <a:r>
              <a:rPr lang="en-US" sz="2000" dirty="0"/>
              <a:t>Improved chunk ranking and retrieval </a:t>
            </a:r>
          </a:p>
          <a:p>
            <a:r>
              <a:rPr lang="en-US" sz="2000" dirty="0"/>
              <a:t>Advanced analytics dashboard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45D21A-B2AF-4BBD-9A6A-AB866FBC86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C61293E-6EBE-43EF-A52C-9BEBFD7679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73321" y="329184"/>
            <a:ext cx="4688333" cy="1783080"/>
          </a:xfrm>
        </p:spPr>
        <p:txBody>
          <a:bodyPr anchor="b">
            <a:normAutofit/>
          </a:bodyPr>
          <a:lstStyle/>
          <a:p>
            <a:r>
              <a:rPr lang="en-US" sz="4700"/>
              <a:t>Conclusion</a:t>
            </a:r>
          </a:p>
        </p:txBody>
      </p:sp>
      <p:pic>
        <p:nvPicPr>
          <p:cNvPr id="5" name="Picture 4" descr="People in hi-tech suites">
            <a:extLst>
              <a:ext uri="{FF2B5EF4-FFF2-40B4-BE49-F238E27FC236}">
                <a16:creationId xmlns:a16="http://schemas.microsoft.com/office/drawing/2014/main" id="{122EA06F-03E1-F783-47CE-3F50666AD80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4771" r="41230" b="-1"/>
          <a:stretch>
            <a:fillRect/>
          </a:stretch>
        </p:blipFill>
        <p:spPr>
          <a:xfrm>
            <a:off x="20" y="10"/>
            <a:ext cx="3492988" cy="6857990"/>
          </a:xfrm>
          <a:custGeom>
            <a:avLst/>
            <a:gdLst/>
            <a:ahLst/>
            <a:cxnLst/>
            <a:rect l="l" t="t" r="r" b="b"/>
            <a:pathLst>
              <a:path w="4657344" h="6858000">
                <a:moveTo>
                  <a:pt x="0" y="0"/>
                </a:moveTo>
                <a:lnTo>
                  <a:pt x="3429755" y="0"/>
                </a:lnTo>
                <a:lnTo>
                  <a:pt x="3526016" y="148742"/>
                </a:lnTo>
                <a:cubicBezTo>
                  <a:pt x="3657740" y="365513"/>
                  <a:pt x="3777402" y="589569"/>
                  <a:pt x="3886489" y="819975"/>
                </a:cubicBezTo>
                <a:cubicBezTo>
                  <a:pt x="3891856" y="833492"/>
                  <a:pt x="3900663" y="845393"/>
                  <a:pt x="3912049" y="854514"/>
                </a:cubicBezTo>
                <a:cubicBezTo>
                  <a:pt x="3897352" y="819849"/>
                  <a:pt x="3883037" y="784928"/>
                  <a:pt x="3868083" y="750263"/>
                </a:cubicBezTo>
                <a:cubicBezTo>
                  <a:pt x="3806989" y="608712"/>
                  <a:pt x="3742478" y="469145"/>
                  <a:pt x="3674155" y="331786"/>
                </a:cubicBezTo>
                <a:lnTo>
                  <a:pt x="3496656" y="0"/>
                </a:lnTo>
                <a:lnTo>
                  <a:pt x="3554371" y="0"/>
                </a:lnTo>
                <a:lnTo>
                  <a:pt x="3661621" y="196614"/>
                </a:lnTo>
                <a:cubicBezTo>
                  <a:pt x="3856899" y="573253"/>
                  <a:pt x="4021071" y="966066"/>
                  <a:pt x="4161279" y="1371196"/>
                </a:cubicBezTo>
                <a:cubicBezTo>
                  <a:pt x="4379525" y="2007265"/>
                  <a:pt x="4530141" y="2664286"/>
                  <a:pt x="4610660" y="3331516"/>
                </a:cubicBezTo>
                <a:cubicBezTo>
                  <a:pt x="4652837" y="3672965"/>
                  <a:pt x="4671625" y="4013908"/>
                  <a:pt x="4645040" y="4357388"/>
                </a:cubicBezTo>
                <a:cubicBezTo>
                  <a:pt x="4613599" y="4758899"/>
                  <a:pt x="4566181" y="5157998"/>
                  <a:pt x="4485789" y="5552906"/>
                </a:cubicBezTo>
                <a:cubicBezTo>
                  <a:pt x="4397121" y="5988893"/>
                  <a:pt x="4276748" y="6414594"/>
                  <a:pt x="4117769" y="6828295"/>
                </a:cubicBezTo>
                <a:lnTo>
                  <a:pt x="4105288" y="6858000"/>
                </a:lnTo>
                <a:lnTo>
                  <a:pt x="4052520" y="6858000"/>
                </a:lnTo>
                <a:lnTo>
                  <a:pt x="4059369" y="6841549"/>
                </a:lnTo>
                <a:cubicBezTo>
                  <a:pt x="4147276" y="6614016"/>
                  <a:pt x="4224193" y="6380817"/>
                  <a:pt x="4291518" y="6142729"/>
                </a:cubicBezTo>
                <a:cubicBezTo>
                  <a:pt x="4350055" y="5935370"/>
                  <a:pt x="4393256" y="5723695"/>
                  <a:pt x="4443357" y="5513923"/>
                </a:cubicBezTo>
                <a:cubicBezTo>
                  <a:pt x="4444541" y="5502788"/>
                  <a:pt x="4445137" y="5491601"/>
                  <a:pt x="4445146" y="5480401"/>
                </a:cubicBezTo>
                <a:cubicBezTo>
                  <a:pt x="4408465" y="5607635"/>
                  <a:pt x="4379196" y="5719759"/>
                  <a:pt x="4344559" y="5830359"/>
                </a:cubicBezTo>
                <a:cubicBezTo>
                  <a:pt x="4254261" y="6118381"/>
                  <a:pt x="4150112" y="6398531"/>
                  <a:pt x="4031702" y="6670527"/>
                </a:cubicBezTo>
                <a:lnTo>
                  <a:pt x="3943824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11" name="sketchy line">
            <a:extLst>
              <a:ext uri="{FF2B5EF4-FFF2-40B4-BE49-F238E27FC236}">
                <a16:creationId xmlns:a16="http://schemas.microsoft.com/office/drawing/2014/main" id="{21540236-BFD5-4A9D-8840-4703E7F768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73321" y="2374947"/>
            <a:ext cx="3182692" cy="18288"/>
          </a:xfrm>
          <a:custGeom>
            <a:avLst/>
            <a:gdLst>
              <a:gd name="csX0" fmla="*/ 0 w 3182692"/>
              <a:gd name="csY0" fmla="*/ 0 h 18288"/>
              <a:gd name="csX1" fmla="*/ 636538 w 3182692"/>
              <a:gd name="csY1" fmla="*/ 0 h 18288"/>
              <a:gd name="csX2" fmla="*/ 1273077 w 3182692"/>
              <a:gd name="csY2" fmla="*/ 0 h 18288"/>
              <a:gd name="csX3" fmla="*/ 1909615 w 3182692"/>
              <a:gd name="csY3" fmla="*/ 0 h 18288"/>
              <a:gd name="csX4" fmla="*/ 2482500 w 3182692"/>
              <a:gd name="csY4" fmla="*/ 0 h 18288"/>
              <a:gd name="csX5" fmla="*/ 3182692 w 3182692"/>
              <a:gd name="csY5" fmla="*/ 0 h 18288"/>
              <a:gd name="csX6" fmla="*/ 3182692 w 3182692"/>
              <a:gd name="csY6" fmla="*/ 18288 h 18288"/>
              <a:gd name="csX7" fmla="*/ 2609807 w 3182692"/>
              <a:gd name="csY7" fmla="*/ 18288 h 18288"/>
              <a:gd name="csX8" fmla="*/ 2068750 w 3182692"/>
              <a:gd name="csY8" fmla="*/ 18288 h 18288"/>
              <a:gd name="csX9" fmla="*/ 1432211 w 3182692"/>
              <a:gd name="csY9" fmla="*/ 18288 h 18288"/>
              <a:gd name="csX10" fmla="*/ 859327 w 3182692"/>
              <a:gd name="csY10" fmla="*/ 18288 h 18288"/>
              <a:gd name="csX11" fmla="*/ 0 w 3182692"/>
              <a:gd name="csY11" fmla="*/ 18288 h 18288"/>
              <a:gd name="csX12" fmla="*/ 0 w 3182692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182692" h="18288" fill="none" extrusionOk="0">
                <a:moveTo>
                  <a:pt x="0" y="0"/>
                </a:moveTo>
                <a:cubicBezTo>
                  <a:pt x="253588" y="25878"/>
                  <a:pt x="409323" y="-5359"/>
                  <a:pt x="636538" y="0"/>
                </a:cubicBezTo>
                <a:cubicBezTo>
                  <a:pt x="863753" y="5359"/>
                  <a:pt x="1007727" y="-28"/>
                  <a:pt x="1273077" y="0"/>
                </a:cubicBezTo>
                <a:cubicBezTo>
                  <a:pt x="1538427" y="28"/>
                  <a:pt x="1698640" y="-12775"/>
                  <a:pt x="1909615" y="0"/>
                </a:cubicBezTo>
                <a:cubicBezTo>
                  <a:pt x="2120590" y="12775"/>
                  <a:pt x="2210293" y="-21823"/>
                  <a:pt x="2482500" y="0"/>
                </a:cubicBezTo>
                <a:cubicBezTo>
                  <a:pt x="2754708" y="21823"/>
                  <a:pt x="3004133" y="-28750"/>
                  <a:pt x="3182692" y="0"/>
                </a:cubicBezTo>
                <a:cubicBezTo>
                  <a:pt x="3183134" y="4516"/>
                  <a:pt x="3181865" y="12266"/>
                  <a:pt x="3182692" y="18288"/>
                </a:cubicBezTo>
                <a:cubicBezTo>
                  <a:pt x="2947402" y="22440"/>
                  <a:pt x="2876226" y="27191"/>
                  <a:pt x="2609807" y="18288"/>
                </a:cubicBezTo>
                <a:cubicBezTo>
                  <a:pt x="2343389" y="9385"/>
                  <a:pt x="2326689" y="25579"/>
                  <a:pt x="2068750" y="18288"/>
                </a:cubicBezTo>
                <a:cubicBezTo>
                  <a:pt x="1810811" y="10997"/>
                  <a:pt x="1713836" y="48219"/>
                  <a:pt x="1432211" y="18288"/>
                </a:cubicBezTo>
                <a:cubicBezTo>
                  <a:pt x="1150586" y="-11643"/>
                  <a:pt x="982765" y="3747"/>
                  <a:pt x="859327" y="18288"/>
                </a:cubicBezTo>
                <a:cubicBezTo>
                  <a:pt x="735889" y="32829"/>
                  <a:pt x="254183" y="35231"/>
                  <a:pt x="0" y="18288"/>
                </a:cubicBezTo>
                <a:cubicBezTo>
                  <a:pt x="-306" y="11477"/>
                  <a:pt x="485" y="4355"/>
                  <a:pt x="0" y="0"/>
                </a:cubicBezTo>
                <a:close/>
              </a:path>
              <a:path w="3182692" h="18288" stroke="0" extrusionOk="0">
                <a:moveTo>
                  <a:pt x="0" y="0"/>
                </a:moveTo>
                <a:cubicBezTo>
                  <a:pt x="243108" y="-22426"/>
                  <a:pt x="387854" y="22949"/>
                  <a:pt x="572885" y="0"/>
                </a:cubicBezTo>
                <a:cubicBezTo>
                  <a:pt x="757916" y="-22949"/>
                  <a:pt x="923707" y="6797"/>
                  <a:pt x="1113942" y="0"/>
                </a:cubicBezTo>
                <a:cubicBezTo>
                  <a:pt x="1304177" y="-6797"/>
                  <a:pt x="1495991" y="20627"/>
                  <a:pt x="1686827" y="0"/>
                </a:cubicBezTo>
                <a:cubicBezTo>
                  <a:pt x="1877663" y="-20627"/>
                  <a:pt x="2170182" y="-20672"/>
                  <a:pt x="2323365" y="0"/>
                </a:cubicBezTo>
                <a:cubicBezTo>
                  <a:pt x="2476548" y="20672"/>
                  <a:pt x="2919164" y="6097"/>
                  <a:pt x="3182692" y="0"/>
                </a:cubicBezTo>
                <a:cubicBezTo>
                  <a:pt x="3183269" y="4624"/>
                  <a:pt x="3183511" y="11191"/>
                  <a:pt x="3182692" y="18288"/>
                </a:cubicBezTo>
                <a:cubicBezTo>
                  <a:pt x="3026065" y="-10849"/>
                  <a:pt x="2775006" y="23067"/>
                  <a:pt x="2546154" y="18288"/>
                </a:cubicBezTo>
                <a:cubicBezTo>
                  <a:pt x="2317302" y="13509"/>
                  <a:pt x="2168173" y="-8513"/>
                  <a:pt x="1845961" y="18288"/>
                </a:cubicBezTo>
                <a:cubicBezTo>
                  <a:pt x="1523749" y="45089"/>
                  <a:pt x="1450078" y="-844"/>
                  <a:pt x="1304904" y="18288"/>
                </a:cubicBezTo>
                <a:cubicBezTo>
                  <a:pt x="1159730" y="37420"/>
                  <a:pt x="942635" y="-10021"/>
                  <a:pt x="604711" y="18288"/>
                </a:cubicBezTo>
                <a:cubicBezTo>
                  <a:pt x="266787" y="46597"/>
                  <a:pt x="141927" y="-8395"/>
                  <a:pt x="0" y="18288"/>
                </a:cubicBezTo>
                <a:cubicBezTo>
                  <a:pt x="-171" y="12755"/>
                  <a:pt x="-690" y="793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73321" y="2706624"/>
            <a:ext cx="4688333" cy="348386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b="1" dirty="0"/>
              <a:t>Project Summary</a:t>
            </a:r>
            <a:endParaRPr lang="en-US" sz="2000" dirty="0"/>
          </a:p>
          <a:p>
            <a:r>
              <a:rPr lang="en-US" sz="2000" dirty="0"/>
              <a:t>Developed a complete chatbot builder platform </a:t>
            </a:r>
          </a:p>
          <a:p>
            <a:r>
              <a:rPr lang="en-US" sz="2000" dirty="0"/>
              <a:t>Covers full software development lifecycle </a:t>
            </a:r>
          </a:p>
          <a:p>
            <a:r>
              <a:rPr lang="en-US" sz="2000" dirty="0"/>
              <a:t>Successfully integrates AI for response generation </a:t>
            </a:r>
          </a:p>
          <a:p>
            <a:r>
              <a:rPr lang="en-US" sz="2000" dirty="0"/>
              <a:t>Ready for demonstration and further enhancement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19F236-D737-9FB8-F678-7A904A8B14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15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4EFCDB-9D1D-02AC-46A5-F86119C7A936}"/>
              </a:ext>
            </a:extLst>
          </p:cNvPr>
          <p:cNvSpPr txBox="1"/>
          <p:nvPr/>
        </p:nvSpPr>
        <p:spPr>
          <a:xfrm>
            <a:off x="3518406" y="5955320"/>
            <a:ext cx="514324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i="1" dirty="0"/>
              <a:t>Bridging the gap between AI capabilities and user accessibility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51B29A3-CD33-846A-6926-66478E3009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People in hi-tech suites">
            <a:extLst>
              <a:ext uri="{FF2B5EF4-FFF2-40B4-BE49-F238E27FC236}">
                <a16:creationId xmlns:a16="http://schemas.microsoft.com/office/drawing/2014/main" id="{71685325-2973-2D14-A9A0-885B89D377B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0999" b="-1"/>
          <a:stretch>
            <a:fillRect/>
          </a:stretch>
        </p:blipFill>
        <p:spPr>
          <a:xfrm>
            <a:off x="20" y="10"/>
            <a:ext cx="9143980" cy="685799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37C89E4B-3C9F-44B9-8B86-D9E3D112D8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20142"/>
            <a:ext cx="9144000" cy="736551"/>
          </a:xfrm>
          <a:prstGeom prst="rect">
            <a:avLst/>
          </a:prstGeom>
          <a:solidFill>
            <a:schemeClr val="bg1">
              <a:alpha val="9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2BB7979-1381-4CDC-24B0-97B2C682AB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906" y="5317240"/>
            <a:ext cx="8408194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</a:pPr>
            <a:r>
              <a:rPr lang="en-US" sz="3100">
                <a:solidFill>
                  <a:schemeClr val="tx1">
                    <a:lumMod val="85000"/>
                    <a:lumOff val="15000"/>
                  </a:schemeClr>
                </a:solidFill>
              </a:rPr>
              <a:t>Thank You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A2EAA10-076F-46BD-8F0F-B9A2FB77A8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5241983"/>
            <a:ext cx="9144000" cy="0"/>
          </a:xfrm>
          <a:prstGeom prst="line">
            <a:avLst/>
          </a:prstGeom>
          <a:ln w="41275">
            <a:solidFill>
              <a:schemeClr val="bg1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D891E407-403B-4764-86C9-33A56D3BCA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34852"/>
            <a:ext cx="9144000" cy="0"/>
          </a:xfrm>
          <a:prstGeom prst="line">
            <a:avLst/>
          </a:prstGeom>
          <a:ln w="41275">
            <a:solidFill>
              <a:schemeClr val="bg1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F57D27-4600-6108-7037-70814B7D18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0"/>
            <a:ext cx="20574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C1FF6DA9-008F-8B48-92A6-B652298478BF}" type="slidenum">
              <a:rPr lang="en-US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16</a:t>
            </a:fld>
            <a:endParaRPr lang="en-US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54208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</TotalTime>
  <Words>382</Words>
  <Application>Microsoft Office PowerPoint</Application>
  <PresentationFormat>On-screen Show (4:3)</PresentationFormat>
  <Paragraphs>99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Aptos</vt:lpstr>
      <vt:lpstr>Arial</vt:lpstr>
      <vt:lpstr>Calibri</vt:lpstr>
      <vt:lpstr>Wingdings</vt:lpstr>
      <vt:lpstr>Office Theme</vt:lpstr>
      <vt:lpstr>Chatbot Builder Application</vt:lpstr>
      <vt:lpstr>Problem</vt:lpstr>
      <vt:lpstr>Solution</vt:lpstr>
      <vt:lpstr>Key Features</vt:lpstr>
      <vt:lpstr>Architecture Diagram</vt:lpstr>
      <vt:lpstr>UML Class Diagram</vt:lpstr>
      <vt:lpstr>Sequence: Chatbot Response Flow</vt:lpstr>
      <vt:lpstr>Sequence: Chatbot Creation Flow</vt:lpstr>
      <vt:lpstr>Sequence: Public Chat Flow</vt:lpstr>
      <vt:lpstr>Sequence: Publish Flow</vt:lpstr>
      <vt:lpstr>Sequence: View Analytic</vt:lpstr>
      <vt:lpstr>Demo Flow</vt:lpstr>
      <vt:lpstr>Challenges</vt:lpstr>
      <vt:lpstr>Future Work</vt:lpstr>
      <vt:lpstr>Conclusion</vt:lpstr>
      <vt:lpstr>Thank You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Ashmit Nirwan</dc:creator>
  <cp:keywords/>
  <dc:description>generated using python-pptx</dc:description>
  <cp:lastModifiedBy>Nirwan, Ashmitsingh</cp:lastModifiedBy>
  <cp:revision>1</cp:revision>
  <dcterms:created xsi:type="dcterms:W3CDTF">2013-01-27T09:14:16Z</dcterms:created>
  <dcterms:modified xsi:type="dcterms:W3CDTF">2026-04-15T05:00:39Z</dcterms:modified>
  <cp:category/>
</cp:coreProperties>
</file>